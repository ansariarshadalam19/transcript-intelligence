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012D"/>
    <a:srgbClr val="3698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665DCF-8853-4C3F-A00E-1DCABC902D9A}" v="177" dt="2026-05-08T16:13:18.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d Yasser" userId="b7fbafd50f2718be" providerId="LiveId" clId="{DA938F70-AF43-4401-B5FC-B9DBDECCC565}"/>
    <pc:docChg chg="undo redo custSel modSld sldOrd">
      <pc:chgData name="Mohd Yasser" userId="b7fbafd50f2718be" providerId="LiveId" clId="{DA938F70-AF43-4401-B5FC-B9DBDECCC565}" dt="2026-05-08T16:21:27.693" v="1387" actId="20577"/>
      <pc:docMkLst>
        <pc:docMk/>
      </pc:docMkLst>
      <pc:sldChg chg="addSp delSp modSp mod setBg modClrScheme chgLayout">
        <pc:chgData name="Mohd Yasser" userId="b7fbafd50f2718be" providerId="LiveId" clId="{DA938F70-AF43-4401-B5FC-B9DBDECCC565}" dt="2026-05-08T15:13:01.710" v="1142" actId="114"/>
        <pc:sldMkLst>
          <pc:docMk/>
          <pc:sldMk cId="0" sldId="256"/>
        </pc:sldMkLst>
        <pc:spChg chg="del">
          <ac:chgData name="Mohd Yasser" userId="b7fbafd50f2718be" providerId="LiveId" clId="{DA938F70-AF43-4401-B5FC-B9DBDECCC565}" dt="2026-05-08T05:48:58.056" v="23" actId="478"/>
          <ac:spMkLst>
            <pc:docMk/>
            <pc:sldMk cId="0" sldId="256"/>
            <ac:spMk id="2" creationId="{00000000-0000-0000-0000-000000000000}"/>
          </ac:spMkLst>
        </pc:spChg>
        <pc:spChg chg="mod">
          <ac:chgData name="Mohd Yasser" userId="b7fbafd50f2718be" providerId="LiveId" clId="{DA938F70-AF43-4401-B5FC-B9DBDECCC565}" dt="2026-05-08T13:59:42.977" v="290" actId="207"/>
          <ac:spMkLst>
            <pc:docMk/>
            <pc:sldMk cId="0" sldId="256"/>
            <ac:spMk id="3" creationId="{00000000-0000-0000-0000-000000000000}"/>
          </ac:spMkLst>
        </pc:spChg>
        <pc:spChg chg="mod">
          <ac:chgData name="Mohd Yasser" userId="b7fbafd50f2718be" providerId="LiveId" clId="{DA938F70-AF43-4401-B5FC-B9DBDECCC565}" dt="2026-05-08T13:59:42.977" v="290" actId="207"/>
          <ac:spMkLst>
            <pc:docMk/>
            <pc:sldMk cId="0" sldId="256"/>
            <ac:spMk id="4" creationId="{00000000-0000-0000-0000-000000000000}"/>
          </ac:spMkLst>
        </pc:spChg>
        <pc:spChg chg="mod">
          <ac:chgData name="Mohd Yasser" userId="b7fbafd50f2718be" providerId="LiveId" clId="{DA938F70-AF43-4401-B5FC-B9DBDECCC565}" dt="2026-05-08T15:13:01.710" v="1142" actId="114"/>
          <ac:spMkLst>
            <pc:docMk/>
            <pc:sldMk cId="0" sldId="256"/>
            <ac:spMk id="5" creationId="{00000000-0000-0000-0000-000000000000}"/>
          </ac:spMkLst>
        </pc:spChg>
        <pc:spChg chg="mod">
          <ac:chgData name="Mohd Yasser" userId="b7fbafd50f2718be" providerId="LiveId" clId="{DA938F70-AF43-4401-B5FC-B9DBDECCC565}" dt="2026-05-08T05:55:05.073" v="74" actId="1036"/>
          <ac:spMkLst>
            <pc:docMk/>
            <pc:sldMk cId="0" sldId="256"/>
            <ac:spMk id="6" creationId="{00000000-0000-0000-0000-000000000000}"/>
          </ac:spMkLst>
        </pc:spChg>
        <pc:spChg chg="mod">
          <ac:chgData name="Mohd Yasser" userId="b7fbafd50f2718be" providerId="LiveId" clId="{DA938F70-AF43-4401-B5FC-B9DBDECCC565}" dt="2026-05-08T13:59:42.977" v="290" actId="207"/>
          <ac:spMkLst>
            <pc:docMk/>
            <pc:sldMk cId="0" sldId="256"/>
            <ac:spMk id="7" creationId="{00000000-0000-0000-0000-000000000000}"/>
          </ac:spMkLst>
        </pc:spChg>
        <pc:spChg chg="mod">
          <ac:chgData name="Mohd Yasser" userId="b7fbafd50f2718be" providerId="LiveId" clId="{DA938F70-AF43-4401-B5FC-B9DBDECCC565}" dt="2026-05-08T05:55:05.073" v="74" actId="1036"/>
          <ac:spMkLst>
            <pc:docMk/>
            <pc:sldMk cId="0" sldId="256"/>
            <ac:spMk id="8" creationId="{00000000-0000-0000-0000-000000000000}"/>
          </ac:spMkLst>
        </pc:spChg>
        <pc:spChg chg="mod">
          <ac:chgData name="Mohd Yasser" userId="b7fbafd50f2718be" providerId="LiveId" clId="{DA938F70-AF43-4401-B5FC-B9DBDECCC565}" dt="2026-05-08T13:59:42.977" v="290" actId="207"/>
          <ac:spMkLst>
            <pc:docMk/>
            <pc:sldMk cId="0" sldId="256"/>
            <ac:spMk id="9" creationId="{00000000-0000-0000-0000-000000000000}"/>
          </ac:spMkLst>
        </pc:spChg>
        <pc:spChg chg="mod">
          <ac:chgData name="Mohd Yasser" userId="b7fbafd50f2718be" providerId="LiveId" clId="{DA938F70-AF43-4401-B5FC-B9DBDECCC565}" dt="2026-05-08T05:55:05.073" v="74" actId="1036"/>
          <ac:spMkLst>
            <pc:docMk/>
            <pc:sldMk cId="0" sldId="256"/>
            <ac:spMk id="10" creationId="{00000000-0000-0000-0000-000000000000}"/>
          </ac:spMkLst>
        </pc:spChg>
        <pc:spChg chg="mod">
          <ac:chgData name="Mohd Yasser" userId="b7fbafd50f2718be" providerId="LiveId" clId="{DA938F70-AF43-4401-B5FC-B9DBDECCC565}" dt="2026-05-08T13:59:42.977" v="290" actId="207"/>
          <ac:spMkLst>
            <pc:docMk/>
            <pc:sldMk cId="0" sldId="256"/>
            <ac:spMk id="11" creationId="{00000000-0000-0000-0000-000000000000}"/>
          </ac:spMkLst>
        </pc:spChg>
        <pc:spChg chg="mod">
          <ac:chgData name="Mohd Yasser" userId="b7fbafd50f2718be" providerId="LiveId" clId="{DA938F70-AF43-4401-B5FC-B9DBDECCC565}" dt="2026-05-08T13:59:42.977" v="290" actId="207"/>
          <ac:spMkLst>
            <pc:docMk/>
            <pc:sldMk cId="0" sldId="256"/>
            <ac:spMk id="12" creationId="{00000000-0000-0000-0000-000000000000}"/>
          </ac:spMkLst>
        </pc:spChg>
        <pc:spChg chg="add del mod ord">
          <ac:chgData name="Mohd Yasser" userId="b7fbafd50f2718be" providerId="LiveId" clId="{DA938F70-AF43-4401-B5FC-B9DBDECCC565}" dt="2026-05-08T05:15:03.295" v="1" actId="700"/>
          <ac:spMkLst>
            <pc:docMk/>
            <pc:sldMk cId="0" sldId="256"/>
            <ac:spMk id="13" creationId="{BFF65928-67DC-2CAD-E952-8E4C6B45AEC0}"/>
          </ac:spMkLst>
        </pc:spChg>
        <pc:spChg chg="add del mod ord">
          <ac:chgData name="Mohd Yasser" userId="b7fbafd50f2718be" providerId="LiveId" clId="{DA938F70-AF43-4401-B5FC-B9DBDECCC565}" dt="2026-05-08T05:15:03.295" v="1" actId="700"/>
          <ac:spMkLst>
            <pc:docMk/>
            <pc:sldMk cId="0" sldId="256"/>
            <ac:spMk id="14" creationId="{EC8CFB13-8F10-910A-7257-C9B1F398A7FA}"/>
          </ac:spMkLst>
        </pc:spChg>
      </pc:sldChg>
      <pc:sldChg chg="addSp delSp modSp mod setBg chgLayout">
        <pc:chgData name="Mohd Yasser" userId="b7fbafd50f2718be" providerId="LiveId" clId="{DA938F70-AF43-4401-B5FC-B9DBDECCC565}" dt="2026-05-08T15:15:24.984" v="1147"/>
        <pc:sldMkLst>
          <pc:docMk/>
          <pc:sldMk cId="0" sldId="257"/>
        </pc:sldMkLst>
        <pc:spChg chg="mod">
          <ac:chgData name="Mohd Yasser" userId="b7fbafd50f2718be" providerId="LiveId" clId="{DA938F70-AF43-4401-B5FC-B9DBDECCC565}" dt="2026-05-08T14:16:22.004" v="423" actId="404"/>
          <ac:spMkLst>
            <pc:docMk/>
            <pc:sldMk cId="0" sldId="257"/>
            <ac:spMk id="2" creationId="{00000000-0000-0000-0000-000000000000}"/>
          </ac:spMkLst>
        </pc:spChg>
        <pc:spChg chg="mod">
          <ac:chgData name="Mohd Yasser" userId="b7fbafd50f2718be" providerId="LiveId" clId="{DA938F70-AF43-4401-B5FC-B9DBDECCC565}" dt="2026-05-08T13:59:38.149" v="289" actId="207"/>
          <ac:spMkLst>
            <pc:docMk/>
            <pc:sldMk cId="0" sldId="257"/>
            <ac:spMk id="3" creationId="{00000000-0000-0000-0000-000000000000}"/>
          </ac:spMkLst>
        </pc:spChg>
        <pc:spChg chg="add del">
          <ac:chgData name="Mohd Yasser" userId="b7fbafd50f2718be" providerId="LiveId" clId="{DA938F70-AF43-4401-B5FC-B9DBDECCC565}" dt="2026-05-08T06:09:19.722" v="234" actId="478"/>
          <ac:spMkLst>
            <pc:docMk/>
            <pc:sldMk cId="0" sldId="257"/>
            <ac:spMk id="4" creationId="{00000000-0000-0000-0000-000000000000}"/>
          </ac:spMkLst>
        </pc:spChg>
        <pc:spChg chg="add mod">
          <ac:chgData name="Mohd Yasser" userId="b7fbafd50f2718be" providerId="LiveId" clId="{DA938F70-AF43-4401-B5FC-B9DBDECCC565}" dt="2026-05-08T14:42:02.890" v="899"/>
          <ac:spMkLst>
            <pc:docMk/>
            <pc:sldMk cId="0" sldId="257"/>
            <ac:spMk id="4" creationId="{545D9090-60D7-F189-76DE-7C4E6D6C5AD7}"/>
          </ac:spMkLst>
        </pc:spChg>
        <pc:spChg chg="add del mod">
          <ac:chgData name="Mohd Yasser" userId="b7fbafd50f2718be" providerId="LiveId" clId="{DA938F70-AF43-4401-B5FC-B9DBDECCC565}" dt="2026-05-08T14:29:59.188" v="652" actId="208"/>
          <ac:spMkLst>
            <pc:docMk/>
            <pc:sldMk cId="0" sldId="257"/>
            <ac:spMk id="5" creationId="{00000000-0000-0000-0000-000000000000}"/>
          </ac:spMkLst>
        </pc:spChg>
        <pc:spChg chg="del">
          <ac:chgData name="Mohd Yasser" userId="b7fbafd50f2718be" providerId="LiveId" clId="{DA938F70-AF43-4401-B5FC-B9DBDECCC565}" dt="2026-05-08T05:48:53.845" v="22" actId="478"/>
          <ac:spMkLst>
            <pc:docMk/>
            <pc:sldMk cId="0" sldId="257"/>
            <ac:spMk id="6" creationId="{00000000-0000-0000-0000-000000000000}"/>
          </ac:spMkLst>
        </pc:spChg>
        <pc:spChg chg="mod">
          <ac:chgData name="Mohd Yasser" userId="b7fbafd50f2718be" providerId="LiveId" clId="{DA938F70-AF43-4401-B5FC-B9DBDECCC565}" dt="2026-05-08T13:59:38.149" v="289" actId="207"/>
          <ac:spMkLst>
            <pc:docMk/>
            <pc:sldMk cId="0" sldId="257"/>
            <ac:spMk id="7" creationId="{00000000-0000-0000-0000-000000000000}"/>
          </ac:spMkLst>
        </pc:spChg>
        <pc:spChg chg="mod">
          <ac:chgData name="Mohd Yasser" userId="b7fbafd50f2718be" providerId="LiveId" clId="{DA938F70-AF43-4401-B5FC-B9DBDECCC565}" dt="2026-05-08T13:59:37.021" v="288" actId="207"/>
          <ac:spMkLst>
            <pc:docMk/>
            <pc:sldMk cId="0" sldId="257"/>
            <ac:spMk id="8" creationId="{00000000-0000-0000-0000-000000000000}"/>
          </ac:spMkLst>
        </pc:spChg>
        <pc:spChg chg="mod">
          <ac:chgData name="Mohd Yasser" userId="b7fbafd50f2718be" providerId="LiveId" clId="{DA938F70-AF43-4401-B5FC-B9DBDECCC565}" dt="2026-05-08T15:13:39.010" v="1144" actId="2711"/>
          <ac:spMkLst>
            <pc:docMk/>
            <pc:sldMk cId="0" sldId="257"/>
            <ac:spMk id="9" creationId="{00000000-0000-0000-0000-000000000000}"/>
          </ac:spMkLst>
        </pc:spChg>
        <pc:spChg chg="add del mod">
          <ac:chgData name="Mohd Yasser" userId="b7fbafd50f2718be" providerId="LiveId" clId="{DA938F70-AF43-4401-B5FC-B9DBDECCC565}" dt="2026-05-08T14:30:02.196" v="653" actId="208"/>
          <ac:spMkLst>
            <pc:docMk/>
            <pc:sldMk cId="0" sldId="257"/>
            <ac:spMk id="10" creationId="{00000000-0000-0000-0000-000000000000}"/>
          </ac:spMkLst>
        </pc:spChg>
        <pc:spChg chg="del">
          <ac:chgData name="Mohd Yasser" userId="b7fbafd50f2718be" providerId="LiveId" clId="{DA938F70-AF43-4401-B5FC-B9DBDECCC565}" dt="2026-05-08T05:49:08.933" v="24" actId="478"/>
          <ac:spMkLst>
            <pc:docMk/>
            <pc:sldMk cId="0" sldId="257"/>
            <ac:spMk id="11" creationId="{00000000-0000-0000-0000-000000000000}"/>
          </ac:spMkLst>
        </pc:spChg>
        <pc:spChg chg="mod">
          <ac:chgData name="Mohd Yasser" userId="b7fbafd50f2718be" providerId="LiveId" clId="{DA938F70-AF43-4401-B5FC-B9DBDECCC565}" dt="2026-05-08T13:59:38.149" v="289" actId="207"/>
          <ac:spMkLst>
            <pc:docMk/>
            <pc:sldMk cId="0" sldId="257"/>
            <ac:spMk id="12" creationId="{00000000-0000-0000-0000-000000000000}"/>
          </ac:spMkLst>
        </pc:spChg>
        <pc:spChg chg="mod">
          <ac:chgData name="Mohd Yasser" userId="b7fbafd50f2718be" providerId="LiveId" clId="{DA938F70-AF43-4401-B5FC-B9DBDECCC565}" dt="2026-05-08T05:54:57.195" v="72" actId="207"/>
          <ac:spMkLst>
            <pc:docMk/>
            <pc:sldMk cId="0" sldId="257"/>
            <ac:spMk id="13" creationId="{00000000-0000-0000-0000-000000000000}"/>
          </ac:spMkLst>
        </pc:spChg>
        <pc:spChg chg="mod">
          <ac:chgData name="Mohd Yasser" userId="b7fbafd50f2718be" providerId="LiveId" clId="{DA938F70-AF43-4401-B5FC-B9DBDECCC565}" dt="2026-05-08T15:13:54.340" v="1145"/>
          <ac:spMkLst>
            <pc:docMk/>
            <pc:sldMk cId="0" sldId="257"/>
            <ac:spMk id="14" creationId="{00000000-0000-0000-0000-000000000000}"/>
          </ac:spMkLst>
        </pc:spChg>
        <pc:spChg chg="add del mod">
          <ac:chgData name="Mohd Yasser" userId="b7fbafd50f2718be" providerId="LiveId" clId="{DA938F70-AF43-4401-B5FC-B9DBDECCC565}" dt="2026-05-08T14:30:07.376" v="654" actId="208"/>
          <ac:spMkLst>
            <pc:docMk/>
            <pc:sldMk cId="0" sldId="257"/>
            <ac:spMk id="15" creationId="{00000000-0000-0000-0000-000000000000}"/>
          </ac:spMkLst>
        </pc:spChg>
        <pc:spChg chg="del">
          <ac:chgData name="Mohd Yasser" userId="b7fbafd50f2718be" providerId="LiveId" clId="{DA938F70-AF43-4401-B5FC-B9DBDECCC565}" dt="2026-05-08T05:49:15.336" v="25" actId="478"/>
          <ac:spMkLst>
            <pc:docMk/>
            <pc:sldMk cId="0" sldId="257"/>
            <ac:spMk id="16" creationId="{00000000-0000-0000-0000-000000000000}"/>
          </ac:spMkLst>
        </pc:spChg>
        <pc:spChg chg="mod">
          <ac:chgData name="Mohd Yasser" userId="b7fbafd50f2718be" providerId="LiveId" clId="{DA938F70-AF43-4401-B5FC-B9DBDECCC565}" dt="2026-05-08T13:59:38.149" v="289" actId="207"/>
          <ac:spMkLst>
            <pc:docMk/>
            <pc:sldMk cId="0" sldId="257"/>
            <ac:spMk id="17" creationId="{00000000-0000-0000-0000-000000000000}"/>
          </ac:spMkLst>
        </pc:spChg>
        <pc:spChg chg="mod">
          <ac:chgData name="Mohd Yasser" userId="b7fbafd50f2718be" providerId="LiveId" clId="{DA938F70-AF43-4401-B5FC-B9DBDECCC565}" dt="2026-05-08T13:59:38.149" v="289" actId="207"/>
          <ac:spMkLst>
            <pc:docMk/>
            <pc:sldMk cId="0" sldId="257"/>
            <ac:spMk id="18" creationId="{00000000-0000-0000-0000-000000000000}"/>
          </ac:spMkLst>
        </pc:spChg>
        <pc:spChg chg="mod">
          <ac:chgData name="Mohd Yasser" userId="b7fbafd50f2718be" providerId="LiveId" clId="{DA938F70-AF43-4401-B5FC-B9DBDECCC565}" dt="2026-05-08T15:14:07.404" v="1146"/>
          <ac:spMkLst>
            <pc:docMk/>
            <pc:sldMk cId="0" sldId="257"/>
            <ac:spMk id="19" creationId="{00000000-0000-0000-0000-000000000000}"/>
          </ac:spMkLst>
        </pc:spChg>
        <pc:spChg chg="add del mod">
          <ac:chgData name="Mohd Yasser" userId="b7fbafd50f2718be" providerId="LiveId" clId="{DA938F70-AF43-4401-B5FC-B9DBDECCC565}" dt="2026-05-08T14:30:11.638" v="655" actId="208"/>
          <ac:spMkLst>
            <pc:docMk/>
            <pc:sldMk cId="0" sldId="257"/>
            <ac:spMk id="20" creationId="{00000000-0000-0000-0000-000000000000}"/>
          </ac:spMkLst>
        </pc:spChg>
        <pc:spChg chg="del">
          <ac:chgData name="Mohd Yasser" userId="b7fbafd50f2718be" providerId="LiveId" clId="{DA938F70-AF43-4401-B5FC-B9DBDECCC565}" dt="2026-05-08T05:49:21.705" v="26" actId="478"/>
          <ac:spMkLst>
            <pc:docMk/>
            <pc:sldMk cId="0" sldId="257"/>
            <ac:spMk id="21" creationId="{00000000-0000-0000-0000-000000000000}"/>
          </ac:spMkLst>
        </pc:spChg>
        <pc:spChg chg="mod">
          <ac:chgData name="Mohd Yasser" userId="b7fbafd50f2718be" providerId="LiveId" clId="{DA938F70-AF43-4401-B5FC-B9DBDECCC565}" dt="2026-05-08T05:54:57.195" v="72" actId="207"/>
          <ac:spMkLst>
            <pc:docMk/>
            <pc:sldMk cId="0" sldId="257"/>
            <ac:spMk id="22" creationId="{00000000-0000-0000-0000-000000000000}"/>
          </ac:spMkLst>
        </pc:spChg>
        <pc:spChg chg="mod">
          <ac:chgData name="Mohd Yasser" userId="b7fbafd50f2718be" providerId="LiveId" clId="{DA938F70-AF43-4401-B5FC-B9DBDECCC565}" dt="2026-05-08T13:59:38.149" v="289" actId="207"/>
          <ac:spMkLst>
            <pc:docMk/>
            <pc:sldMk cId="0" sldId="257"/>
            <ac:spMk id="23" creationId="{00000000-0000-0000-0000-000000000000}"/>
          </ac:spMkLst>
        </pc:spChg>
        <pc:spChg chg="mod">
          <ac:chgData name="Mohd Yasser" userId="b7fbafd50f2718be" providerId="LiveId" clId="{DA938F70-AF43-4401-B5FC-B9DBDECCC565}" dt="2026-05-08T15:15:24.984" v="1147"/>
          <ac:spMkLst>
            <pc:docMk/>
            <pc:sldMk cId="0" sldId="257"/>
            <ac:spMk id="24" creationId="{00000000-0000-0000-0000-000000000000}"/>
          </ac:spMkLst>
        </pc:spChg>
        <pc:spChg chg="add del mod">
          <ac:chgData name="Mohd Yasser" userId="b7fbafd50f2718be" providerId="LiveId" clId="{DA938F70-AF43-4401-B5FC-B9DBDECCC565}" dt="2026-05-08T14:42:02.169" v="898" actId="478"/>
          <ac:spMkLst>
            <pc:docMk/>
            <pc:sldMk cId="0" sldId="257"/>
            <ac:spMk id="25" creationId="{00000000-0000-0000-0000-000000000000}"/>
          </ac:spMkLst>
        </pc:spChg>
      </pc:sldChg>
      <pc:sldChg chg="addSp delSp modSp mod setBg chgLayout">
        <pc:chgData name="Mohd Yasser" userId="b7fbafd50f2718be" providerId="LiveId" clId="{DA938F70-AF43-4401-B5FC-B9DBDECCC565}" dt="2026-05-08T16:16:58.213" v="1338" actId="207"/>
        <pc:sldMkLst>
          <pc:docMk/>
          <pc:sldMk cId="0" sldId="258"/>
        </pc:sldMkLst>
        <pc:spChg chg="mod">
          <ac:chgData name="Mohd Yasser" userId="b7fbafd50f2718be" providerId="LiveId" clId="{DA938F70-AF43-4401-B5FC-B9DBDECCC565}" dt="2026-05-08T14:16:18.574" v="422" actId="404"/>
          <ac:spMkLst>
            <pc:docMk/>
            <pc:sldMk cId="0" sldId="258"/>
            <ac:spMk id="2" creationId="{00000000-0000-0000-0000-000000000000}"/>
          </ac:spMkLst>
        </pc:spChg>
        <pc:spChg chg="mod">
          <ac:chgData name="Mohd Yasser" userId="b7fbafd50f2718be" providerId="LiveId" clId="{DA938F70-AF43-4401-B5FC-B9DBDECCC565}" dt="2026-05-08T15:16:36.622" v="1155" actId="20577"/>
          <ac:spMkLst>
            <pc:docMk/>
            <pc:sldMk cId="0" sldId="258"/>
            <ac:spMk id="3" creationId="{00000000-0000-0000-0000-000000000000}"/>
          </ac:spMkLst>
        </pc:spChg>
        <pc:spChg chg="del">
          <ac:chgData name="Mohd Yasser" userId="b7fbafd50f2718be" providerId="LiveId" clId="{DA938F70-AF43-4401-B5FC-B9DBDECCC565}" dt="2026-05-08T06:10:03.621" v="241" actId="478"/>
          <ac:spMkLst>
            <pc:docMk/>
            <pc:sldMk cId="0" sldId="258"/>
            <ac:spMk id="4" creationId="{00000000-0000-0000-0000-000000000000}"/>
          </ac:spMkLst>
        </pc:spChg>
        <pc:spChg chg="add mod">
          <ac:chgData name="Mohd Yasser" userId="b7fbafd50f2718be" providerId="LiveId" clId="{DA938F70-AF43-4401-B5FC-B9DBDECCC565}" dt="2026-05-08T14:42:07.812" v="901"/>
          <ac:spMkLst>
            <pc:docMk/>
            <pc:sldMk cId="0" sldId="258"/>
            <ac:spMk id="4" creationId="{99DAA3E1-0763-553A-7500-E3B0EB7CFBB5}"/>
          </ac:spMkLst>
        </pc:spChg>
        <pc:spChg chg="mod">
          <ac:chgData name="Mohd Yasser" userId="b7fbafd50f2718be" providerId="LiveId" clId="{DA938F70-AF43-4401-B5FC-B9DBDECCC565}" dt="2026-05-08T14:16:47.315" v="476" actId="207"/>
          <ac:spMkLst>
            <pc:docMk/>
            <pc:sldMk cId="0" sldId="258"/>
            <ac:spMk id="5" creationId="{00000000-0000-0000-0000-000000000000}"/>
          </ac:spMkLst>
        </pc:spChg>
        <pc:spChg chg="mod">
          <ac:chgData name="Mohd Yasser" userId="b7fbafd50f2718be" providerId="LiveId" clId="{DA938F70-AF43-4401-B5FC-B9DBDECCC565}" dt="2026-05-08T15:27:48.896" v="1184" actId="207"/>
          <ac:spMkLst>
            <pc:docMk/>
            <pc:sldMk cId="0" sldId="258"/>
            <ac:spMk id="6" creationId="{00000000-0000-0000-0000-000000000000}"/>
          </ac:spMkLst>
        </pc:spChg>
        <pc:spChg chg="mod">
          <ac:chgData name="Mohd Yasser" userId="b7fbafd50f2718be" providerId="LiveId" clId="{DA938F70-AF43-4401-B5FC-B9DBDECCC565}" dt="2026-05-08T15:27:45.824" v="1183" actId="207"/>
          <ac:spMkLst>
            <pc:docMk/>
            <pc:sldMk cId="0" sldId="258"/>
            <ac:spMk id="7" creationId="{00000000-0000-0000-0000-000000000000}"/>
          </ac:spMkLst>
        </pc:spChg>
        <pc:spChg chg="mod">
          <ac:chgData name="Mohd Yasser" userId="b7fbafd50f2718be" providerId="LiveId" clId="{DA938F70-AF43-4401-B5FC-B9DBDECCC565}" dt="2026-05-08T14:16:54.487" v="478" actId="207"/>
          <ac:spMkLst>
            <pc:docMk/>
            <pc:sldMk cId="0" sldId="258"/>
            <ac:spMk id="8" creationId="{00000000-0000-0000-0000-000000000000}"/>
          </ac:spMkLst>
        </pc:spChg>
        <pc:spChg chg="mod">
          <ac:chgData name="Mohd Yasser" userId="b7fbafd50f2718be" providerId="LiveId" clId="{DA938F70-AF43-4401-B5FC-B9DBDECCC565}" dt="2026-05-08T16:16:42.371" v="1333" actId="207"/>
          <ac:spMkLst>
            <pc:docMk/>
            <pc:sldMk cId="0" sldId="258"/>
            <ac:spMk id="9" creationId="{00000000-0000-0000-0000-000000000000}"/>
          </ac:spMkLst>
        </pc:spChg>
        <pc:spChg chg="mod">
          <ac:chgData name="Mohd Yasser" userId="b7fbafd50f2718be" providerId="LiveId" clId="{DA938F70-AF43-4401-B5FC-B9DBDECCC565}" dt="2026-05-08T16:16:50.305" v="1335" actId="207"/>
          <ac:spMkLst>
            <pc:docMk/>
            <pc:sldMk cId="0" sldId="258"/>
            <ac:spMk id="10" creationId="{00000000-0000-0000-0000-000000000000}"/>
          </ac:spMkLst>
        </pc:spChg>
        <pc:spChg chg="mod">
          <ac:chgData name="Mohd Yasser" userId="b7fbafd50f2718be" providerId="LiveId" clId="{DA938F70-AF43-4401-B5FC-B9DBDECCC565}" dt="2026-05-08T14:17:14.616" v="493" actId="207"/>
          <ac:spMkLst>
            <pc:docMk/>
            <pc:sldMk cId="0" sldId="258"/>
            <ac:spMk id="11" creationId="{00000000-0000-0000-0000-000000000000}"/>
          </ac:spMkLst>
        </pc:spChg>
        <pc:spChg chg="mod">
          <ac:chgData name="Mohd Yasser" userId="b7fbafd50f2718be" providerId="LiveId" clId="{DA938F70-AF43-4401-B5FC-B9DBDECCC565}" dt="2026-05-08T16:16:53.178" v="1336" actId="207"/>
          <ac:spMkLst>
            <pc:docMk/>
            <pc:sldMk cId="0" sldId="258"/>
            <ac:spMk id="12" creationId="{00000000-0000-0000-0000-000000000000}"/>
          </ac:spMkLst>
        </pc:spChg>
        <pc:spChg chg="mod">
          <ac:chgData name="Mohd Yasser" userId="b7fbafd50f2718be" providerId="LiveId" clId="{DA938F70-AF43-4401-B5FC-B9DBDECCC565}" dt="2026-05-08T16:16:58.213" v="1338" actId="207"/>
          <ac:spMkLst>
            <pc:docMk/>
            <pc:sldMk cId="0" sldId="258"/>
            <ac:spMk id="13" creationId="{00000000-0000-0000-0000-000000000000}"/>
          </ac:spMkLst>
        </pc:spChg>
        <pc:spChg chg="mod">
          <ac:chgData name="Mohd Yasser" userId="b7fbafd50f2718be" providerId="LiveId" clId="{DA938F70-AF43-4401-B5FC-B9DBDECCC565}" dt="2026-05-08T14:00:59.389" v="309" actId="1076"/>
          <ac:spMkLst>
            <pc:docMk/>
            <pc:sldMk cId="0" sldId="258"/>
            <ac:spMk id="14" creationId="{00000000-0000-0000-0000-000000000000}"/>
          </ac:spMkLst>
        </pc:spChg>
        <pc:spChg chg="mod">
          <ac:chgData name="Mohd Yasser" userId="b7fbafd50f2718be" providerId="LiveId" clId="{DA938F70-AF43-4401-B5FC-B9DBDECCC565}" dt="2026-05-08T05:54:52.919" v="71" actId="207"/>
          <ac:spMkLst>
            <pc:docMk/>
            <pc:sldMk cId="0" sldId="258"/>
            <ac:spMk id="15" creationId="{00000000-0000-0000-0000-000000000000}"/>
          </ac:spMkLst>
        </pc:spChg>
        <pc:spChg chg="mod">
          <ac:chgData name="Mohd Yasser" userId="b7fbafd50f2718be" providerId="LiveId" clId="{DA938F70-AF43-4401-B5FC-B9DBDECCC565}" dt="2026-05-08T05:54:52.919" v="71" actId="207"/>
          <ac:spMkLst>
            <pc:docMk/>
            <pc:sldMk cId="0" sldId="258"/>
            <ac:spMk id="16" creationId="{00000000-0000-0000-0000-000000000000}"/>
          </ac:spMkLst>
        </pc:spChg>
        <pc:spChg chg="mod">
          <ac:chgData name="Mohd Yasser" userId="b7fbafd50f2718be" providerId="LiveId" clId="{DA938F70-AF43-4401-B5FC-B9DBDECCC565}" dt="2026-05-08T14:01:02.830" v="311" actId="1076"/>
          <ac:spMkLst>
            <pc:docMk/>
            <pc:sldMk cId="0" sldId="258"/>
            <ac:spMk id="17" creationId="{00000000-0000-0000-0000-000000000000}"/>
          </ac:spMkLst>
        </pc:spChg>
        <pc:spChg chg="mod">
          <ac:chgData name="Mohd Yasser" userId="b7fbafd50f2718be" providerId="LiveId" clId="{DA938F70-AF43-4401-B5FC-B9DBDECCC565}" dt="2026-05-08T05:54:52.919" v="71" actId="207"/>
          <ac:spMkLst>
            <pc:docMk/>
            <pc:sldMk cId="0" sldId="258"/>
            <ac:spMk id="18" creationId="{00000000-0000-0000-0000-000000000000}"/>
          </ac:spMkLst>
        </pc:spChg>
        <pc:spChg chg="mod">
          <ac:chgData name="Mohd Yasser" userId="b7fbafd50f2718be" providerId="LiveId" clId="{DA938F70-AF43-4401-B5FC-B9DBDECCC565}" dt="2026-05-08T14:30:50.555" v="658" actId="14100"/>
          <ac:spMkLst>
            <pc:docMk/>
            <pc:sldMk cId="0" sldId="258"/>
            <ac:spMk id="20" creationId="{00000000-0000-0000-0000-000000000000}"/>
          </ac:spMkLst>
        </pc:spChg>
        <pc:spChg chg="mod">
          <ac:chgData name="Mohd Yasser" userId="b7fbafd50f2718be" providerId="LiveId" clId="{DA938F70-AF43-4401-B5FC-B9DBDECCC565}" dt="2026-05-08T14:30:57.999" v="659" actId="1076"/>
          <ac:spMkLst>
            <pc:docMk/>
            <pc:sldMk cId="0" sldId="258"/>
            <ac:spMk id="22" creationId="{00000000-0000-0000-0000-000000000000}"/>
          </ac:spMkLst>
        </pc:spChg>
        <pc:spChg chg="mod">
          <ac:chgData name="Mohd Yasser" userId="b7fbafd50f2718be" providerId="LiveId" clId="{DA938F70-AF43-4401-B5FC-B9DBDECCC565}" dt="2026-05-08T14:01:07.197" v="313" actId="1076"/>
          <ac:spMkLst>
            <pc:docMk/>
            <pc:sldMk cId="0" sldId="258"/>
            <ac:spMk id="23" creationId="{00000000-0000-0000-0000-000000000000}"/>
          </ac:spMkLst>
        </pc:spChg>
        <pc:spChg chg="mod">
          <ac:chgData name="Mohd Yasser" userId="b7fbafd50f2718be" providerId="LiveId" clId="{DA938F70-AF43-4401-B5FC-B9DBDECCC565}" dt="2026-05-08T14:31:04.942" v="660" actId="1076"/>
          <ac:spMkLst>
            <pc:docMk/>
            <pc:sldMk cId="0" sldId="258"/>
            <ac:spMk id="25" creationId="{00000000-0000-0000-0000-000000000000}"/>
          </ac:spMkLst>
        </pc:spChg>
        <pc:spChg chg="mod">
          <ac:chgData name="Mohd Yasser" userId="b7fbafd50f2718be" providerId="LiveId" clId="{DA938F70-AF43-4401-B5FC-B9DBDECCC565}" dt="2026-05-08T14:31:16.350" v="662" actId="207"/>
          <ac:spMkLst>
            <pc:docMk/>
            <pc:sldMk cId="0" sldId="258"/>
            <ac:spMk id="26" creationId="{00000000-0000-0000-0000-000000000000}"/>
          </ac:spMkLst>
        </pc:spChg>
        <pc:spChg chg="mod">
          <ac:chgData name="Mohd Yasser" userId="b7fbafd50f2718be" providerId="LiveId" clId="{DA938F70-AF43-4401-B5FC-B9DBDECCC565}" dt="2026-05-08T15:27:13.092" v="1181" actId="2711"/>
          <ac:spMkLst>
            <pc:docMk/>
            <pc:sldMk cId="0" sldId="258"/>
            <ac:spMk id="27" creationId="{00000000-0000-0000-0000-000000000000}"/>
          </ac:spMkLst>
        </pc:spChg>
        <pc:spChg chg="add del mod">
          <ac:chgData name="Mohd Yasser" userId="b7fbafd50f2718be" providerId="LiveId" clId="{DA938F70-AF43-4401-B5FC-B9DBDECCC565}" dt="2026-05-08T14:42:07.471" v="900" actId="478"/>
          <ac:spMkLst>
            <pc:docMk/>
            <pc:sldMk cId="0" sldId="258"/>
            <ac:spMk id="28" creationId="{B127182A-200B-57AB-2E50-C73531A25E39}"/>
          </ac:spMkLst>
        </pc:spChg>
      </pc:sldChg>
      <pc:sldChg chg="addSp delSp modSp mod setBg chgLayout">
        <pc:chgData name="Mohd Yasser" userId="b7fbafd50f2718be" providerId="LiveId" clId="{DA938F70-AF43-4401-B5FC-B9DBDECCC565}" dt="2026-05-08T16:21:12.196" v="1378" actId="20577"/>
        <pc:sldMkLst>
          <pc:docMk/>
          <pc:sldMk cId="0" sldId="259"/>
        </pc:sldMkLst>
        <pc:spChg chg="mod">
          <ac:chgData name="Mohd Yasser" userId="b7fbafd50f2718be" providerId="LiveId" clId="{DA938F70-AF43-4401-B5FC-B9DBDECCC565}" dt="2026-05-08T14:16:09.561" v="421" actId="404"/>
          <ac:spMkLst>
            <pc:docMk/>
            <pc:sldMk cId="0" sldId="259"/>
            <ac:spMk id="2" creationId="{00000000-0000-0000-0000-000000000000}"/>
          </ac:spMkLst>
        </pc:spChg>
        <pc:spChg chg="mod">
          <ac:chgData name="Mohd Yasser" userId="b7fbafd50f2718be" providerId="LiveId" clId="{DA938F70-AF43-4401-B5FC-B9DBDECCC565}" dt="2026-05-08T15:21:04.727" v="1168" actId="20577"/>
          <ac:spMkLst>
            <pc:docMk/>
            <pc:sldMk cId="0" sldId="259"/>
            <ac:spMk id="3" creationId="{00000000-0000-0000-0000-000000000000}"/>
          </ac:spMkLst>
        </pc:spChg>
        <pc:spChg chg="del mod">
          <ac:chgData name="Mohd Yasser" userId="b7fbafd50f2718be" providerId="LiveId" clId="{DA938F70-AF43-4401-B5FC-B9DBDECCC565}" dt="2026-05-08T06:10:23.832" v="244" actId="478"/>
          <ac:spMkLst>
            <pc:docMk/>
            <pc:sldMk cId="0" sldId="259"/>
            <ac:spMk id="4" creationId="{00000000-0000-0000-0000-000000000000}"/>
          </ac:spMkLst>
        </pc:spChg>
        <pc:spChg chg="add mod">
          <ac:chgData name="Mohd Yasser" userId="b7fbafd50f2718be" providerId="LiveId" clId="{DA938F70-AF43-4401-B5FC-B9DBDECCC565}" dt="2026-05-08T14:42:11.883" v="903"/>
          <ac:spMkLst>
            <pc:docMk/>
            <pc:sldMk cId="0" sldId="259"/>
            <ac:spMk id="4" creationId="{434B2AF3-A441-AC65-D831-95150062CA9E}"/>
          </ac:spMkLst>
        </pc:spChg>
        <pc:spChg chg="del mod">
          <ac:chgData name="Mohd Yasser" userId="b7fbafd50f2718be" providerId="LiveId" clId="{DA938F70-AF43-4401-B5FC-B9DBDECCC565}" dt="2026-05-08T14:27:06.728" v="621" actId="478"/>
          <ac:spMkLst>
            <pc:docMk/>
            <pc:sldMk cId="0" sldId="259"/>
            <ac:spMk id="5" creationId="{00000000-0000-0000-0000-000000000000}"/>
          </ac:spMkLst>
        </pc:spChg>
        <pc:spChg chg="mod">
          <ac:chgData name="Mohd Yasser" userId="b7fbafd50f2718be" providerId="LiveId" clId="{DA938F70-AF43-4401-B5FC-B9DBDECCC565}" dt="2026-05-08T14:17:37.001" v="495" actId="14100"/>
          <ac:spMkLst>
            <pc:docMk/>
            <pc:sldMk cId="0" sldId="259"/>
            <ac:spMk id="6" creationId="{00000000-0000-0000-0000-000000000000}"/>
          </ac:spMkLst>
        </pc:spChg>
        <pc:spChg chg="mod">
          <ac:chgData name="Mohd Yasser" userId="b7fbafd50f2718be" providerId="LiveId" clId="{DA938F70-AF43-4401-B5FC-B9DBDECCC565}" dt="2026-05-08T14:27:34.042" v="626" actId="1076"/>
          <ac:spMkLst>
            <pc:docMk/>
            <pc:sldMk cId="0" sldId="259"/>
            <ac:spMk id="7" creationId="{00000000-0000-0000-0000-000000000000}"/>
          </ac:spMkLst>
        </pc:spChg>
        <pc:spChg chg="mod">
          <ac:chgData name="Mohd Yasser" userId="b7fbafd50f2718be" providerId="LiveId" clId="{DA938F70-AF43-4401-B5FC-B9DBDECCC565}" dt="2026-05-08T16:21:06.105" v="1374" actId="20577"/>
          <ac:spMkLst>
            <pc:docMk/>
            <pc:sldMk cId="0" sldId="259"/>
            <ac:spMk id="8" creationId="{00000000-0000-0000-0000-000000000000}"/>
          </ac:spMkLst>
        </pc:spChg>
        <pc:spChg chg="mod">
          <ac:chgData name="Mohd Yasser" userId="b7fbafd50f2718be" providerId="LiveId" clId="{DA938F70-AF43-4401-B5FC-B9DBDECCC565}" dt="2026-05-08T16:14:14.560" v="1305" actId="1076"/>
          <ac:spMkLst>
            <pc:docMk/>
            <pc:sldMk cId="0" sldId="259"/>
            <ac:spMk id="9" creationId="{00000000-0000-0000-0000-000000000000}"/>
          </ac:spMkLst>
        </pc:spChg>
        <pc:spChg chg="del mod">
          <ac:chgData name="Mohd Yasser" userId="b7fbafd50f2718be" providerId="LiveId" clId="{DA938F70-AF43-4401-B5FC-B9DBDECCC565}" dt="2026-05-08T14:27:09.363" v="622" actId="478"/>
          <ac:spMkLst>
            <pc:docMk/>
            <pc:sldMk cId="0" sldId="259"/>
            <ac:spMk id="10" creationId="{00000000-0000-0000-0000-000000000000}"/>
          </ac:spMkLst>
        </pc:spChg>
        <pc:spChg chg="mod">
          <ac:chgData name="Mohd Yasser" userId="b7fbafd50f2718be" providerId="LiveId" clId="{DA938F70-AF43-4401-B5FC-B9DBDECCC565}" dt="2026-05-08T14:18:41.099" v="509" actId="1076"/>
          <ac:spMkLst>
            <pc:docMk/>
            <pc:sldMk cId="0" sldId="259"/>
            <ac:spMk id="11" creationId="{00000000-0000-0000-0000-000000000000}"/>
          </ac:spMkLst>
        </pc:spChg>
        <pc:spChg chg="mod">
          <ac:chgData name="Mohd Yasser" userId="b7fbafd50f2718be" providerId="LiveId" clId="{DA938F70-AF43-4401-B5FC-B9DBDECCC565}" dt="2026-05-08T14:27:58.515" v="630" actId="1076"/>
          <ac:spMkLst>
            <pc:docMk/>
            <pc:sldMk cId="0" sldId="259"/>
            <ac:spMk id="12" creationId="{00000000-0000-0000-0000-000000000000}"/>
          </ac:spMkLst>
        </pc:spChg>
        <pc:spChg chg="mod">
          <ac:chgData name="Mohd Yasser" userId="b7fbafd50f2718be" providerId="LiveId" clId="{DA938F70-AF43-4401-B5FC-B9DBDECCC565}" dt="2026-05-08T16:21:09.601" v="1376" actId="20577"/>
          <ac:spMkLst>
            <pc:docMk/>
            <pc:sldMk cId="0" sldId="259"/>
            <ac:spMk id="13" creationId="{00000000-0000-0000-0000-000000000000}"/>
          </ac:spMkLst>
        </pc:spChg>
        <pc:spChg chg="mod">
          <ac:chgData name="Mohd Yasser" userId="b7fbafd50f2718be" providerId="LiveId" clId="{DA938F70-AF43-4401-B5FC-B9DBDECCC565}" dt="2026-05-08T16:14:20.706" v="1306" actId="1076"/>
          <ac:spMkLst>
            <pc:docMk/>
            <pc:sldMk cId="0" sldId="259"/>
            <ac:spMk id="14" creationId="{00000000-0000-0000-0000-000000000000}"/>
          </ac:spMkLst>
        </pc:spChg>
        <pc:spChg chg="del mod">
          <ac:chgData name="Mohd Yasser" userId="b7fbafd50f2718be" providerId="LiveId" clId="{DA938F70-AF43-4401-B5FC-B9DBDECCC565}" dt="2026-05-08T14:27:11.778" v="623" actId="478"/>
          <ac:spMkLst>
            <pc:docMk/>
            <pc:sldMk cId="0" sldId="259"/>
            <ac:spMk id="15" creationId="{00000000-0000-0000-0000-000000000000}"/>
          </ac:spMkLst>
        </pc:spChg>
        <pc:spChg chg="mod">
          <ac:chgData name="Mohd Yasser" userId="b7fbafd50f2718be" providerId="LiveId" clId="{DA938F70-AF43-4401-B5FC-B9DBDECCC565}" dt="2026-05-08T14:28:36.070" v="637" actId="1076"/>
          <ac:spMkLst>
            <pc:docMk/>
            <pc:sldMk cId="0" sldId="259"/>
            <ac:spMk id="16" creationId="{00000000-0000-0000-0000-000000000000}"/>
          </ac:spMkLst>
        </pc:spChg>
        <pc:spChg chg="mod">
          <ac:chgData name="Mohd Yasser" userId="b7fbafd50f2718be" providerId="LiveId" clId="{DA938F70-AF43-4401-B5FC-B9DBDECCC565}" dt="2026-05-08T14:28:45.929" v="638" actId="1076"/>
          <ac:spMkLst>
            <pc:docMk/>
            <pc:sldMk cId="0" sldId="259"/>
            <ac:spMk id="17" creationId="{00000000-0000-0000-0000-000000000000}"/>
          </ac:spMkLst>
        </pc:spChg>
        <pc:spChg chg="mod">
          <ac:chgData name="Mohd Yasser" userId="b7fbafd50f2718be" providerId="LiveId" clId="{DA938F70-AF43-4401-B5FC-B9DBDECCC565}" dt="2026-05-08T16:21:12.196" v="1378" actId="20577"/>
          <ac:spMkLst>
            <pc:docMk/>
            <pc:sldMk cId="0" sldId="259"/>
            <ac:spMk id="18" creationId="{00000000-0000-0000-0000-000000000000}"/>
          </ac:spMkLst>
        </pc:spChg>
        <pc:spChg chg="mod">
          <ac:chgData name="Mohd Yasser" userId="b7fbafd50f2718be" providerId="LiveId" clId="{DA938F70-AF43-4401-B5FC-B9DBDECCC565}" dt="2026-05-08T16:13:13.663" v="1296" actId="2711"/>
          <ac:spMkLst>
            <pc:docMk/>
            <pc:sldMk cId="0" sldId="259"/>
            <ac:spMk id="19" creationId="{00000000-0000-0000-0000-000000000000}"/>
          </ac:spMkLst>
        </pc:spChg>
        <pc:spChg chg="mod">
          <ac:chgData name="Mohd Yasser" userId="b7fbafd50f2718be" providerId="LiveId" clId="{DA938F70-AF43-4401-B5FC-B9DBDECCC565}" dt="2026-05-08T16:14:07.325" v="1304" actId="1076"/>
          <ac:spMkLst>
            <pc:docMk/>
            <pc:sldMk cId="0" sldId="259"/>
            <ac:spMk id="20" creationId="{00000000-0000-0000-0000-000000000000}"/>
          </ac:spMkLst>
        </pc:spChg>
        <pc:spChg chg="add del mod">
          <ac:chgData name="Mohd Yasser" userId="b7fbafd50f2718be" providerId="LiveId" clId="{DA938F70-AF43-4401-B5FC-B9DBDECCC565}" dt="2026-05-08T14:42:11.546" v="902" actId="478"/>
          <ac:spMkLst>
            <pc:docMk/>
            <pc:sldMk cId="0" sldId="259"/>
            <ac:spMk id="21" creationId="{662244B7-8B06-1463-930A-D598CCC0FACD}"/>
          </ac:spMkLst>
        </pc:spChg>
      </pc:sldChg>
      <pc:sldChg chg="modSp mod setBg chgLayout">
        <pc:chgData name="Mohd Yasser" userId="b7fbafd50f2718be" providerId="LiveId" clId="{DA938F70-AF43-4401-B5FC-B9DBDECCC565}" dt="2026-05-08T16:15:07.884" v="1314" actId="2711"/>
        <pc:sldMkLst>
          <pc:docMk/>
          <pc:sldMk cId="0" sldId="260"/>
        </pc:sldMkLst>
        <pc:spChg chg="mod">
          <ac:chgData name="Mohd Yasser" userId="b7fbafd50f2718be" providerId="LiveId" clId="{DA938F70-AF43-4401-B5FC-B9DBDECCC565}" dt="2026-05-08T14:16:03.649" v="420" actId="404"/>
          <ac:spMkLst>
            <pc:docMk/>
            <pc:sldMk cId="0" sldId="260"/>
            <ac:spMk id="2" creationId="{00000000-0000-0000-0000-000000000000}"/>
          </ac:spMkLst>
        </pc:spChg>
        <pc:spChg chg="mod">
          <ac:chgData name="Mohd Yasser" userId="b7fbafd50f2718be" providerId="LiveId" clId="{DA938F70-AF43-4401-B5FC-B9DBDECCC565}" dt="2026-05-08T16:14:48.839" v="1309" actId="404"/>
          <ac:spMkLst>
            <pc:docMk/>
            <pc:sldMk cId="0" sldId="260"/>
            <ac:spMk id="3" creationId="{00000000-0000-0000-0000-000000000000}"/>
          </ac:spMkLst>
        </pc:spChg>
        <pc:spChg chg="mod">
          <ac:chgData name="Mohd Yasser" userId="b7fbafd50f2718be" providerId="LiveId" clId="{DA938F70-AF43-4401-B5FC-B9DBDECCC565}" dt="2026-05-08T05:53:26.319" v="59" actId="207"/>
          <ac:spMkLst>
            <pc:docMk/>
            <pc:sldMk cId="0" sldId="260"/>
            <ac:spMk id="4" creationId="{00000000-0000-0000-0000-000000000000}"/>
          </ac:spMkLst>
        </pc:spChg>
        <pc:spChg chg="mod">
          <ac:chgData name="Mohd Yasser" userId="b7fbafd50f2718be" providerId="LiveId" clId="{DA938F70-AF43-4401-B5FC-B9DBDECCC565}" dt="2026-05-08T14:26:13.813" v="609" actId="208"/>
          <ac:spMkLst>
            <pc:docMk/>
            <pc:sldMk cId="0" sldId="260"/>
            <ac:spMk id="6" creationId="{00000000-0000-0000-0000-000000000000}"/>
          </ac:spMkLst>
        </pc:spChg>
        <pc:spChg chg="mod">
          <ac:chgData name="Mohd Yasser" userId="b7fbafd50f2718be" providerId="LiveId" clId="{DA938F70-AF43-4401-B5FC-B9DBDECCC565}" dt="2026-05-08T06:06:05.627" v="188" actId="20577"/>
          <ac:spMkLst>
            <pc:docMk/>
            <pc:sldMk cId="0" sldId="260"/>
            <ac:spMk id="7" creationId="{00000000-0000-0000-0000-000000000000}"/>
          </ac:spMkLst>
        </pc:spChg>
        <pc:spChg chg="mod">
          <ac:chgData name="Mohd Yasser" userId="b7fbafd50f2718be" providerId="LiveId" clId="{DA938F70-AF43-4401-B5FC-B9DBDECCC565}" dt="2026-05-08T16:14:57.433" v="1312" actId="404"/>
          <ac:spMkLst>
            <pc:docMk/>
            <pc:sldMk cId="0" sldId="260"/>
            <ac:spMk id="8" creationId="{00000000-0000-0000-0000-000000000000}"/>
          </ac:spMkLst>
        </pc:spChg>
        <pc:spChg chg="mod">
          <ac:chgData name="Mohd Yasser" userId="b7fbafd50f2718be" providerId="LiveId" clId="{DA938F70-AF43-4401-B5FC-B9DBDECCC565}" dt="2026-05-08T14:26:23.203" v="612" actId="208"/>
          <ac:spMkLst>
            <pc:docMk/>
            <pc:sldMk cId="0" sldId="260"/>
            <ac:spMk id="9" creationId="{00000000-0000-0000-0000-000000000000}"/>
          </ac:spMkLst>
        </pc:spChg>
        <pc:spChg chg="mod">
          <ac:chgData name="Mohd Yasser" userId="b7fbafd50f2718be" providerId="LiveId" clId="{DA938F70-AF43-4401-B5FC-B9DBDECCC565}" dt="2026-05-08T06:06:10.565" v="191" actId="20577"/>
          <ac:spMkLst>
            <pc:docMk/>
            <pc:sldMk cId="0" sldId="260"/>
            <ac:spMk id="10" creationId="{00000000-0000-0000-0000-000000000000}"/>
          </ac:spMkLst>
        </pc:spChg>
        <pc:spChg chg="mod">
          <ac:chgData name="Mohd Yasser" userId="b7fbafd50f2718be" providerId="LiveId" clId="{DA938F70-AF43-4401-B5FC-B9DBDECCC565}" dt="2026-05-08T16:15:02.197" v="1313" actId="2711"/>
          <ac:spMkLst>
            <pc:docMk/>
            <pc:sldMk cId="0" sldId="260"/>
            <ac:spMk id="11" creationId="{00000000-0000-0000-0000-000000000000}"/>
          </ac:spMkLst>
        </pc:spChg>
        <pc:spChg chg="mod">
          <ac:chgData name="Mohd Yasser" userId="b7fbafd50f2718be" providerId="LiveId" clId="{DA938F70-AF43-4401-B5FC-B9DBDECCC565}" dt="2026-05-08T14:26:30.567" v="613" actId="208"/>
          <ac:spMkLst>
            <pc:docMk/>
            <pc:sldMk cId="0" sldId="260"/>
            <ac:spMk id="12" creationId="{00000000-0000-0000-0000-000000000000}"/>
          </ac:spMkLst>
        </pc:spChg>
        <pc:spChg chg="mod">
          <ac:chgData name="Mohd Yasser" userId="b7fbafd50f2718be" providerId="LiveId" clId="{DA938F70-AF43-4401-B5FC-B9DBDECCC565}" dt="2026-05-08T06:06:13.071" v="194" actId="20577"/>
          <ac:spMkLst>
            <pc:docMk/>
            <pc:sldMk cId="0" sldId="260"/>
            <ac:spMk id="13" creationId="{00000000-0000-0000-0000-000000000000}"/>
          </ac:spMkLst>
        </pc:spChg>
        <pc:spChg chg="mod">
          <ac:chgData name="Mohd Yasser" userId="b7fbafd50f2718be" providerId="LiveId" clId="{DA938F70-AF43-4401-B5FC-B9DBDECCC565}" dt="2026-05-08T16:15:07.884" v="1314" actId="2711"/>
          <ac:spMkLst>
            <pc:docMk/>
            <pc:sldMk cId="0" sldId="260"/>
            <ac:spMk id="14" creationId="{00000000-0000-0000-0000-000000000000}"/>
          </ac:spMkLst>
        </pc:spChg>
      </pc:sldChg>
      <pc:sldChg chg="modSp mod setBg chgLayout">
        <pc:chgData name="Mohd Yasser" userId="b7fbafd50f2718be" providerId="LiveId" clId="{DA938F70-AF43-4401-B5FC-B9DBDECCC565}" dt="2026-05-08T16:21:27.693" v="1387" actId="20577"/>
        <pc:sldMkLst>
          <pc:docMk/>
          <pc:sldMk cId="0" sldId="261"/>
        </pc:sldMkLst>
        <pc:spChg chg="mod">
          <ac:chgData name="Mohd Yasser" userId="b7fbafd50f2718be" providerId="LiveId" clId="{DA938F70-AF43-4401-B5FC-B9DBDECCC565}" dt="2026-05-08T14:16:00.313" v="419" actId="404"/>
          <ac:spMkLst>
            <pc:docMk/>
            <pc:sldMk cId="0" sldId="261"/>
            <ac:spMk id="2" creationId="{00000000-0000-0000-0000-000000000000}"/>
          </ac:spMkLst>
        </pc:spChg>
        <pc:spChg chg="mod">
          <ac:chgData name="Mohd Yasser" userId="b7fbafd50f2718be" providerId="LiveId" clId="{DA938F70-AF43-4401-B5FC-B9DBDECCC565}" dt="2026-05-08T05:53:21.356" v="58" actId="207"/>
          <ac:spMkLst>
            <pc:docMk/>
            <pc:sldMk cId="0" sldId="261"/>
            <ac:spMk id="3" creationId="{00000000-0000-0000-0000-000000000000}"/>
          </ac:spMkLst>
        </pc:spChg>
        <pc:spChg chg="mod">
          <ac:chgData name="Mohd Yasser" userId="b7fbafd50f2718be" providerId="LiveId" clId="{DA938F70-AF43-4401-B5FC-B9DBDECCC565}" dt="2026-05-08T05:53:21.356" v="58" actId="207"/>
          <ac:spMkLst>
            <pc:docMk/>
            <pc:sldMk cId="0" sldId="261"/>
            <ac:spMk id="4" creationId="{00000000-0000-0000-0000-000000000000}"/>
          </ac:spMkLst>
        </pc:spChg>
        <pc:spChg chg="mod">
          <ac:chgData name="Mohd Yasser" userId="b7fbafd50f2718be" providerId="LiveId" clId="{DA938F70-AF43-4401-B5FC-B9DBDECCC565}" dt="2026-05-08T14:30:30.928" v="657" actId="208"/>
          <ac:spMkLst>
            <pc:docMk/>
            <pc:sldMk cId="0" sldId="261"/>
            <ac:spMk id="8" creationId="{00000000-0000-0000-0000-000000000000}"/>
          </ac:spMkLst>
        </pc:spChg>
        <pc:spChg chg="mod">
          <ac:chgData name="Mohd Yasser" userId="b7fbafd50f2718be" providerId="LiveId" clId="{DA938F70-AF43-4401-B5FC-B9DBDECCC565}" dt="2026-05-08T16:21:27.693" v="1387" actId="20577"/>
          <ac:spMkLst>
            <pc:docMk/>
            <pc:sldMk cId="0" sldId="261"/>
            <ac:spMk id="9" creationId="{00000000-0000-0000-0000-000000000000}"/>
          </ac:spMkLst>
        </pc:spChg>
        <pc:graphicFrameChg chg="mod">
          <ac:chgData name="Mohd Yasser" userId="b7fbafd50f2718be" providerId="LiveId" clId="{DA938F70-AF43-4401-B5FC-B9DBDECCC565}" dt="2026-05-08T05:53:21.356" v="58" actId="207"/>
          <ac:graphicFrameMkLst>
            <pc:docMk/>
            <pc:sldMk cId="0" sldId="261"/>
            <ac:graphicFrameMk id="5" creationId="{00000000-0000-0000-0000-000000000000}"/>
          </ac:graphicFrameMkLst>
        </pc:graphicFrameChg>
        <pc:graphicFrameChg chg="mod">
          <ac:chgData name="Mohd Yasser" userId="b7fbafd50f2718be" providerId="LiveId" clId="{DA938F70-AF43-4401-B5FC-B9DBDECCC565}" dt="2026-05-08T05:53:21.356" v="58" actId="207"/>
          <ac:graphicFrameMkLst>
            <pc:docMk/>
            <pc:sldMk cId="0" sldId="261"/>
            <ac:graphicFrameMk id="6" creationId="{00000000-0000-0000-0000-000000000000}"/>
          </ac:graphicFrameMkLst>
        </pc:graphicFrameChg>
        <pc:graphicFrameChg chg="mod">
          <ac:chgData name="Mohd Yasser" userId="b7fbafd50f2718be" providerId="LiveId" clId="{DA938F70-AF43-4401-B5FC-B9DBDECCC565}" dt="2026-05-08T05:53:21.356" v="58" actId="207"/>
          <ac:graphicFrameMkLst>
            <pc:docMk/>
            <pc:sldMk cId="0" sldId="261"/>
            <ac:graphicFrameMk id="7" creationId="{00000000-0000-0000-0000-000000000000}"/>
          </ac:graphicFrameMkLst>
        </pc:graphicFrameChg>
      </pc:sldChg>
      <pc:sldChg chg="addSp delSp modSp mod ord setBg chgLayout">
        <pc:chgData name="Mohd Yasser" userId="b7fbafd50f2718be" providerId="LiveId" clId="{DA938F70-AF43-4401-B5FC-B9DBDECCC565}" dt="2026-05-08T16:15:46.271" v="1318" actId="1076"/>
        <pc:sldMkLst>
          <pc:docMk/>
          <pc:sldMk cId="0" sldId="262"/>
        </pc:sldMkLst>
        <pc:spChg chg="mod">
          <ac:chgData name="Mohd Yasser" userId="b7fbafd50f2718be" providerId="LiveId" clId="{DA938F70-AF43-4401-B5FC-B9DBDECCC565}" dt="2026-05-08T14:15:53.078" v="418" actId="404"/>
          <ac:spMkLst>
            <pc:docMk/>
            <pc:sldMk cId="0" sldId="262"/>
            <ac:spMk id="2" creationId="{00000000-0000-0000-0000-000000000000}"/>
          </ac:spMkLst>
        </pc:spChg>
        <pc:spChg chg="mod">
          <ac:chgData name="Mohd Yasser" userId="b7fbafd50f2718be" providerId="LiveId" clId="{DA938F70-AF43-4401-B5FC-B9DBDECCC565}" dt="2026-05-08T14:25:12.167" v="604" actId="1076"/>
          <ac:spMkLst>
            <pc:docMk/>
            <pc:sldMk cId="0" sldId="262"/>
            <ac:spMk id="6" creationId="{00000000-0000-0000-0000-000000000000}"/>
          </ac:spMkLst>
        </pc:spChg>
        <pc:spChg chg="mod">
          <ac:chgData name="Mohd Yasser" userId="b7fbafd50f2718be" providerId="LiveId" clId="{DA938F70-AF43-4401-B5FC-B9DBDECCC565}" dt="2026-05-08T05:53:16.237" v="57" actId="207"/>
          <ac:spMkLst>
            <pc:docMk/>
            <pc:sldMk cId="0" sldId="262"/>
            <ac:spMk id="7" creationId="{00000000-0000-0000-0000-000000000000}"/>
          </ac:spMkLst>
        </pc:spChg>
        <pc:spChg chg="mod">
          <ac:chgData name="Mohd Yasser" userId="b7fbafd50f2718be" providerId="LiveId" clId="{DA938F70-AF43-4401-B5FC-B9DBDECCC565}" dt="2026-05-08T05:53:16.237" v="57" actId="207"/>
          <ac:spMkLst>
            <pc:docMk/>
            <pc:sldMk cId="0" sldId="262"/>
            <ac:spMk id="14" creationId="{00000000-0000-0000-0000-000000000000}"/>
          </ac:spMkLst>
        </pc:spChg>
        <pc:spChg chg="mod">
          <ac:chgData name="Mohd Yasser" userId="b7fbafd50f2718be" providerId="LiveId" clId="{DA938F70-AF43-4401-B5FC-B9DBDECCC565}" dt="2026-05-08T05:53:16.237" v="57" actId="207"/>
          <ac:spMkLst>
            <pc:docMk/>
            <pc:sldMk cId="0" sldId="262"/>
            <ac:spMk id="16" creationId="{00000000-0000-0000-0000-000000000000}"/>
          </ac:spMkLst>
        </pc:spChg>
        <pc:spChg chg="mod">
          <ac:chgData name="Mohd Yasser" userId="b7fbafd50f2718be" providerId="LiveId" clId="{DA938F70-AF43-4401-B5FC-B9DBDECCC565}" dt="2026-05-08T05:53:16.237" v="57" actId="207"/>
          <ac:spMkLst>
            <pc:docMk/>
            <pc:sldMk cId="0" sldId="262"/>
            <ac:spMk id="17" creationId="{00000000-0000-0000-0000-000000000000}"/>
          </ac:spMkLst>
        </pc:spChg>
        <pc:spChg chg="mod">
          <ac:chgData name="Mohd Yasser" userId="b7fbafd50f2718be" providerId="LiveId" clId="{DA938F70-AF43-4401-B5FC-B9DBDECCC565}" dt="2026-05-08T05:53:16.237" v="57" actId="207"/>
          <ac:spMkLst>
            <pc:docMk/>
            <pc:sldMk cId="0" sldId="262"/>
            <ac:spMk id="23" creationId="{00000000-0000-0000-0000-000000000000}"/>
          </ac:spMkLst>
        </pc:spChg>
        <pc:spChg chg="mod">
          <ac:chgData name="Mohd Yasser" userId="b7fbafd50f2718be" providerId="LiveId" clId="{DA938F70-AF43-4401-B5FC-B9DBDECCC565}" dt="2026-05-08T05:53:16.237" v="57" actId="207"/>
          <ac:spMkLst>
            <pc:docMk/>
            <pc:sldMk cId="0" sldId="262"/>
            <ac:spMk id="28" creationId="{00000000-0000-0000-0000-000000000000}"/>
          </ac:spMkLst>
        </pc:spChg>
        <pc:spChg chg="mod">
          <ac:chgData name="Mohd Yasser" userId="b7fbafd50f2718be" providerId="LiveId" clId="{DA938F70-AF43-4401-B5FC-B9DBDECCC565}" dt="2026-05-08T05:53:16.237" v="57" actId="207"/>
          <ac:spMkLst>
            <pc:docMk/>
            <pc:sldMk cId="0" sldId="262"/>
            <ac:spMk id="29" creationId="{00000000-0000-0000-0000-000000000000}"/>
          </ac:spMkLst>
        </pc:spChg>
        <pc:spChg chg="mod">
          <ac:chgData name="Mohd Yasser" userId="b7fbafd50f2718be" providerId="LiveId" clId="{DA938F70-AF43-4401-B5FC-B9DBDECCC565}" dt="2026-05-08T05:53:16.237" v="57" actId="207"/>
          <ac:spMkLst>
            <pc:docMk/>
            <pc:sldMk cId="0" sldId="262"/>
            <ac:spMk id="36" creationId="{00000000-0000-0000-0000-000000000000}"/>
          </ac:spMkLst>
        </pc:spChg>
        <pc:spChg chg="mod">
          <ac:chgData name="Mohd Yasser" userId="b7fbafd50f2718be" providerId="LiveId" clId="{DA938F70-AF43-4401-B5FC-B9DBDECCC565}" dt="2026-05-08T05:53:16.237" v="57" actId="207"/>
          <ac:spMkLst>
            <pc:docMk/>
            <pc:sldMk cId="0" sldId="262"/>
            <ac:spMk id="47" creationId="{00000000-0000-0000-0000-000000000000}"/>
          </ac:spMkLst>
        </pc:spChg>
        <pc:spChg chg="mod">
          <ac:chgData name="Mohd Yasser" userId="b7fbafd50f2718be" providerId="LiveId" clId="{DA938F70-AF43-4401-B5FC-B9DBDECCC565}" dt="2026-05-08T14:25:34.822" v="606" actId="208"/>
          <ac:spMkLst>
            <pc:docMk/>
            <pc:sldMk cId="0" sldId="262"/>
            <ac:spMk id="48" creationId="{00000000-0000-0000-0000-000000000000}"/>
          </ac:spMkLst>
        </pc:spChg>
        <pc:spChg chg="mod">
          <ac:chgData name="Mohd Yasser" userId="b7fbafd50f2718be" providerId="LiveId" clId="{DA938F70-AF43-4401-B5FC-B9DBDECCC565}" dt="2026-05-08T16:15:46.271" v="1318" actId="1076"/>
          <ac:spMkLst>
            <pc:docMk/>
            <pc:sldMk cId="0" sldId="262"/>
            <ac:spMk id="49" creationId="{00000000-0000-0000-0000-000000000000}"/>
          </ac:spMkLst>
        </pc:spChg>
        <pc:spChg chg="add mod">
          <ac:chgData name="Mohd Yasser" userId="b7fbafd50f2718be" providerId="LiveId" clId="{DA938F70-AF43-4401-B5FC-B9DBDECCC565}" dt="2026-05-08T14:23:49.629" v="575" actId="767"/>
          <ac:spMkLst>
            <pc:docMk/>
            <pc:sldMk cId="0" sldId="262"/>
            <ac:spMk id="50" creationId="{9C22D503-0CB0-DA9D-3BD0-8D26DFD6B81D}"/>
          </ac:spMkLst>
        </pc:spChg>
        <pc:graphicFrameChg chg="mod">
          <ac:chgData name="Mohd Yasser" userId="b7fbafd50f2718be" providerId="LiveId" clId="{DA938F70-AF43-4401-B5FC-B9DBDECCC565}" dt="2026-05-08T06:03:03.760" v="155"/>
          <ac:graphicFrameMkLst>
            <pc:docMk/>
            <pc:sldMk cId="0" sldId="262"/>
            <ac:graphicFrameMk id="5" creationId="{00000000-0000-0000-0000-000000000000}"/>
          </ac:graphicFrameMkLst>
        </pc:graphicFrameChg>
        <pc:cxnChg chg="add del mod">
          <ac:chgData name="Mohd Yasser" userId="b7fbafd50f2718be" providerId="LiveId" clId="{DA938F70-AF43-4401-B5FC-B9DBDECCC565}" dt="2026-05-08T06:05:01.452" v="173" actId="11529"/>
          <ac:cxnSpMkLst>
            <pc:docMk/>
            <pc:sldMk cId="0" sldId="262"/>
            <ac:cxnSpMk id="51" creationId="{44DAE054-4808-8C42-2B41-FF1BC39E6E0D}"/>
          </ac:cxnSpMkLst>
        </pc:cxnChg>
      </pc:sldChg>
      <pc:sldChg chg="modSp mod setBg chgLayout">
        <pc:chgData name="Mohd Yasser" userId="b7fbafd50f2718be" providerId="LiveId" clId="{DA938F70-AF43-4401-B5FC-B9DBDECCC565}" dt="2026-05-08T16:16:03.336" v="1326" actId="33524"/>
        <pc:sldMkLst>
          <pc:docMk/>
          <pc:sldMk cId="0" sldId="263"/>
        </pc:sldMkLst>
        <pc:spChg chg="mod">
          <ac:chgData name="Mohd Yasser" userId="b7fbafd50f2718be" providerId="LiveId" clId="{DA938F70-AF43-4401-B5FC-B9DBDECCC565}" dt="2026-05-08T14:15:48.448" v="416" actId="404"/>
          <ac:spMkLst>
            <pc:docMk/>
            <pc:sldMk cId="0" sldId="263"/>
            <ac:spMk id="2" creationId="{00000000-0000-0000-0000-000000000000}"/>
          </ac:spMkLst>
        </pc:spChg>
        <pc:spChg chg="mod">
          <ac:chgData name="Mohd Yasser" userId="b7fbafd50f2718be" providerId="LiveId" clId="{DA938F70-AF43-4401-B5FC-B9DBDECCC565}" dt="2026-05-08T16:16:03.336" v="1326" actId="33524"/>
          <ac:spMkLst>
            <pc:docMk/>
            <pc:sldMk cId="0" sldId="263"/>
            <ac:spMk id="3" creationId="{00000000-0000-0000-0000-000000000000}"/>
          </ac:spMkLst>
        </pc:spChg>
        <pc:spChg chg="mod">
          <ac:chgData name="Mohd Yasser" userId="b7fbafd50f2718be" providerId="LiveId" clId="{DA938F70-AF43-4401-B5FC-B9DBDECCC565}" dt="2026-05-08T05:53:06.547" v="56" actId="114"/>
          <ac:spMkLst>
            <pc:docMk/>
            <pc:sldMk cId="0" sldId="263"/>
            <ac:spMk id="4" creationId="{00000000-0000-0000-0000-000000000000}"/>
          </ac:spMkLst>
        </pc:spChg>
        <pc:spChg chg="mod">
          <ac:chgData name="Mohd Yasser" userId="b7fbafd50f2718be" providerId="LiveId" clId="{DA938F70-AF43-4401-B5FC-B9DBDECCC565}" dt="2026-05-08T05:53:06.547" v="56" actId="114"/>
          <ac:spMkLst>
            <pc:docMk/>
            <pc:sldMk cId="0" sldId="263"/>
            <ac:spMk id="6" creationId="{00000000-0000-0000-0000-000000000000}"/>
          </ac:spMkLst>
        </pc:spChg>
        <pc:graphicFrameChg chg="mod">
          <ac:chgData name="Mohd Yasser" userId="b7fbafd50f2718be" providerId="LiveId" clId="{DA938F70-AF43-4401-B5FC-B9DBDECCC565}" dt="2026-05-08T05:53:06.547" v="56" actId="114"/>
          <ac:graphicFrameMkLst>
            <pc:docMk/>
            <pc:sldMk cId="0" sldId="263"/>
            <ac:graphicFrameMk id="5" creationId="{00000000-0000-0000-0000-000000000000}"/>
          </ac:graphicFrameMkLst>
        </pc:graphicFrameChg>
      </pc:sldChg>
      <pc:sldChg chg="addSp delSp modSp mod setBg chgLayout">
        <pc:chgData name="Mohd Yasser" userId="b7fbafd50f2718be" providerId="LiveId" clId="{DA938F70-AF43-4401-B5FC-B9DBDECCC565}" dt="2026-05-08T16:17:25.153" v="1344" actId="207"/>
        <pc:sldMkLst>
          <pc:docMk/>
          <pc:sldMk cId="0" sldId="264"/>
        </pc:sldMkLst>
        <pc:spChg chg="mod">
          <ac:chgData name="Mohd Yasser" userId="b7fbafd50f2718be" providerId="LiveId" clId="{DA938F70-AF43-4401-B5FC-B9DBDECCC565}" dt="2026-05-08T14:15:40.090" v="415" actId="404"/>
          <ac:spMkLst>
            <pc:docMk/>
            <pc:sldMk cId="0" sldId="264"/>
            <ac:spMk id="2" creationId="{00000000-0000-0000-0000-000000000000}"/>
          </ac:spMkLst>
        </pc:spChg>
        <pc:spChg chg="mod">
          <ac:chgData name="Mohd Yasser" userId="b7fbafd50f2718be" providerId="LiveId" clId="{DA938F70-AF43-4401-B5FC-B9DBDECCC565}" dt="2026-05-08T16:12:18.120" v="1291" actId="20577"/>
          <ac:spMkLst>
            <pc:docMk/>
            <pc:sldMk cId="0" sldId="264"/>
            <ac:spMk id="3" creationId="{00000000-0000-0000-0000-000000000000}"/>
          </ac:spMkLst>
        </pc:spChg>
        <pc:spChg chg="mod">
          <ac:chgData name="Mohd Yasser" userId="b7fbafd50f2718be" providerId="LiveId" clId="{DA938F70-AF43-4401-B5FC-B9DBDECCC565}" dt="2026-05-08T14:31:45.684" v="670" actId="207"/>
          <ac:spMkLst>
            <pc:docMk/>
            <pc:sldMk cId="0" sldId="264"/>
            <ac:spMk id="5" creationId="{00000000-0000-0000-0000-000000000000}"/>
          </ac:spMkLst>
        </pc:spChg>
        <pc:spChg chg="mod">
          <ac:chgData name="Mohd Yasser" userId="b7fbafd50f2718be" providerId="LiveId" clId="{DA938F70-AF43-4401-B5FC-B9DBDECCC565}" dt="2026-05-08T16:17:11.738" v="1339" actId="207"/>
          <ac:spMkLst>
            <pc:docMk/>
            <pc:sldMk cId="0" sldId="264"/>
            <ac:spMk id="6" creationId="{00000000-0000-0000-0000-000000000000}"/>
          </ac:spMkLst>
        </pc:spChg>
        <pc:spChg chg="mod">
          <ac:chgData name="Mohd Yasser" userId="b7fbafd50f2718be" providerId="LiveId" clId="{DA938F70-AF43-4401-B5FC-B9DBDECCC565}" dt="2026-05-08T16:17:14.166" v="1340" actId="207"/>
          <ac:spMkLst>
            <pc:docMk/>
            <pc:sldMk cId="0" sldId="264"/>
            <ac:spMk id="7" creationId="{00000000-0000-0000-0000-000000000000}"/>
          </ac:spMkLst>
        </pc:spChg>
        <pc:spChg chg="mod">
          <ac:chgData name="Mohd Yasser" userId="b7fbafd50f2718be" providerId="LiveId" clId="{DA938F70-AF43-4401-B5FC-B9DBDECCC565}" dt="2026-05-08T14:31:49.603" v="672" actId="207"/>
          <ac:spMkLst>
            <pc:docMk/>
            <pc:sldMk cId="0" sldId="264"/>
            <ac:spMk id="8" creationId="{00000000-0000-0000-0000-000000000000}"/>
          </ac:spMkLst>
        </pc:spChg>
        <pc:spChg chg="mod">
          <ac:chgData name="Mohd Yasser" userId="b7fbafd50f2718be" providerId="LiveId" clId="{DA938F70-AF43-4401-B5FC-B9DBDECCC565}" dt="2026-05-08T16:17:16.869" v="1341" actId="207"/>
          <ac:spMkLst>
            <pc:docMk/>
            <pc:sldMk cId="0" sldId="264"/>
            <ac:spMk id="9" creationId="{00000000-0000-0000-0000-000000000000}"/>
          </ac:spMkLst>
        </pc:spChg>
        <pc:spChg chg="mod">
          <ac:chgData name="Mohd Yasser" userId="b7fbafd50f2718be" providerId="LiveId" clId="{DA938F70-AF43-4401-B5FC-B9DBDECCC565}" dt="2026-05-08T16:17:19.453" v="1342" actId="207"/>
          <ac:spMkLst>
            <pc:docMk/>
            <pc:sldMk cId="0" sldId="264"/>
            <ac:spMk id="10" creationId="{00000000-0000-0000-0000-000000000000}"/>
          </ac:spMkLst>
        </pc:spChg>
        <pc:spChg chg="mod">
          <ac:chgData name="Mohd Yasser" userId="b7fbafd50f2718be" providerId="LiveId" clId="{DA938F70-AF43-4401-B5FC-B9DBDECCC565}" dt="2026-05-08T14:31:59.384" v="681" actId="207"/>
          <ac:spMkLst>
            <pc:docMk/>
            <pc:sldMk cId="0" sldId="264"/>
            <ac:spMk id="11" creationId="{00000000-0000-0000-0000-000000000000}"/>
          </ac:spMkLst>
        </pc:spChg>
        <pc:spChg chg="mod">
          <ac:chgData name="Mohd Yasser" userId="b7fbafd50f2718be" providerId="LiveId" clId="{DA938F70-AF43-4401-B5FC-B9DBDECCC565}" dt="2026-05-08T16:17:25.153" v="1344" actId="207"/>
          <ac:spMkLst>
            <pc:docMk/>
            <pc:sldMk cId="0" sldId="264"/>
            <ac:spMk id="12" creationId="{00000000-0000-0000-0000-000000000000}"/>
          </ac:spMkLst>
        </pc:spChg>
        <pc:spChg chg="mod">
          <ac:chgData name="Mohd Yasser" userId="b7fbafd50f2718be" providerId="LiveId" clId="{DA938F70-AF43-4401-B5FC-B9DBDECCC565}" dt="2026-05-08T16:17:22.696" v="1343" actId="207"/>
          <ac:spMkLst>
            <pc:docMk/>
            <pc:sldMk cId="0" sldId="264"/>
            <ac:spMk id="13" creationId="{00000000-0000-0000-0000-000000000000}"/>
          </ac:spMkLst>
        </pc:spChg>
        <pc:spChg chg="mod">
          <ac:chgData name="Mohd Yasser" userId="b7fbafd50f2718be" providerId="LiveId" clId="{DA938F70-AF43-4401-B5FC-B9DBDECCC565}" dt="2026-05-08T06:01:52.273" v="147" actId="14100"/>
          <ac:spMkLst>
            <pc:docMk/>
            <pc:sldMk cId="0" sldId="264"/>
            <ac:spMk id="14" creationId="{00000000-0000-0000-0000-000000000000}"/>
          </ac:spMkLst>
        </pc:spChg>
        <pc:spChg chg="mod">
          <ac:chgData name="Mohd Yasser" userId="b7fbafd50f2718be" providerId="LiveId" clId="{DA938F70-AF43-4401-B5FC-B9DBDECCC565}" dt="2026-05-08T05:52:18.126" v="47" actId="207"/>
          <ac:spMkLst>
            <pc:docMk/>
            <pc:sldMk cId="0" sldId="264"/>
            <ac:spMk id="15" creationId="{00000000-0000-0000-0000-000000000000}"/>
          </ac:spMkLst>
        </pc:spChg>
        <pc:spChg chg="mod">
          <ac:chgData name="Mohd Yasser" userId="b7fbafd50f2718be" providerId="LiveId" clId="{DA938F70-AF43-4401-B5FC-B9DBDECCC565}" dt="2026-05-08T06:01:15.896" v="137" actId="1076"/>
          <ac:spMkLst>
            <pc:docMk/>
            <pc:sldMk cId="0" sldId="264"/>
            <ac:spMk id="16" creationId="{00000000-0000-0000-0000-000000000000}"/>
          </ac:spMkLst>
        </pc:spChg>
        <pc:spChg chg="add del mod">
          <ac:chgData name="Mohd Yasser" userId="b7fbafd50f2718be" providerId="LiveId" clId="{DA938F70-AF43-4401-B5FC-B9DBDECCC565}" dt="2026-05-08T06:08:41.598" v="227" actId="1076"/>
          <ac:spMkLst>
            <pc:docMk/>
            <pc:sldMk cId="0" sldId="264"/>
            <ac:spMk id="17" creationId="{00000000-0000-0000-0000-000000000000}"/>
          </ac:spMkLst>
        </pc:spChg>
        <pc:spChg chg="mod">
          <ac:chgData name="Mohd Yasser" userId="b7fbafd50f2718be" providerId="LiveId" clId="{DA938F70-AF43-4401-B5FC-B9DBDECCC565}" dt="2026-05-08T05:52:18.126" v="47" actId="207"/>
          <ac:spMkLst>
            <pc:docMk/>
            <pc:sldMk cId="0" sldId="264"/>
            <ac:spMk id="18" creationId="{00000000-0000-0000-0000-000000000000}"/>
          </ac:spMkLst>
        </pc:spChg>
        <pc:spChg chg="mod">
          <ac:chgData name="Mohd Yasser" userId="b7fbafd50f2718be" providerId="LiveId" clId="{DA938F70-AF43-4401-B5FC-B9DBDECCC565}" dt="2026-05-08T06:01:47.329" v="146" actId="1076"/>
          <ac:spMkLst>
            <pc:docMk/>
            <pc:sldMk cId="0" sldId="264"/>
            <ac:spMk id="19" creationId="{00000000-0000-0000-0000-000000000000}"/>
          </ac:spMkLst>
        </pc:spChg>
        <pc:spChg chg="del mod">
          <ac:chgData name="Mohd Yasser" userId="b7fbafd50f2718be" providerId="LiveId" clId="{DA938F70-AF43-4401-B5FC-B9DBDECCC565}" dt="2026-05-08T06:08:36.876" v="225" actId="21"/>
          <ac:spMkLst>
            <pc:docMk/>
            <pc:sldMk cId="0" sldId="264"/>
            <ac:spMk id="20" creationId="{00000000-0000-0000-0000-000000000000}"/>
          </ac:spMkLst>
        </pc:spChg>
        <pc:spChg chg="mod">
          <ac:chgData name="Mohd Yasser" userId="b7fbafd50f2718be" providerId="LiveId" clId="{DA938F70-AF43-4401-B5FC-B9DBDECCC565}" dt="2026-05-08T16:16:24.756" v="1332" actId="20577"/>
          <ac:spMkLst>
            <pc:docMk/>
            <pc:sldMk cId="0" sldId="264"/>
            <ac:spMk id="21" creationId="{00000000-0000-0000-0000-000000000000}"/>
          </ac:spMkLst>
        </pc:spChg>
      </pc:sldChg>
      <pc:sldChg chg="modSp mod setBg chgLayout">
        <pc:chgData name="Mohd Yasser" userId="b7fbafd50f2718be" providerId="LiveId" clId="{DA938F70-AF43-4401-B5FC-B9DBDECCC565}" dt="2026-05-08T16:17:59.552" v="1349" actId="403"/>
        <pc:sldMkLst>
          <pc:docMk/>
          <pc:sldMk cId="0" sldId="265"/>
        </pc:sldMkLst>
        <pc:spChg chg="mod">
          <ac:chgData name="Mohd Yasser" userId="b7fbafd50f2718be" providerId="LiveId" clId="{DA938F70-AF43-4401-B5FC-B9DBDECCC565}" dt="2026-05-08T14:15:31.747" v="414" actId="255"/>
          <ac:spMkLst>
            <pc:docMk/>
            <pc:sldMk cId="0" sldId="265"/>
            <ac:spMk id="2" creationId="{00000000-0000-0000-0000-000000000000}"/>
          </ac:spMkLst>
        </pc:spChg>
        <pc:spChg chg="mod">
          <ac:chgData name="Mohd Yasser" userId="b7fbafd50f2718be" providerId="LiveId" clId="{DA938F70-AF43-4401-B5FC-B9DBDECCC565}" dt="2026-05-08T16:17:51.850" v="1347" actId="403"/>
          <ac:spMkLst>
            <pc:docMk/>
            <pc:sldMk cId="0" sldId="265"/>
            <ac:spMk id="3" creationId="{00000000-0000-0000-0000-000000000000}"/>
          </ac:spMkLst>
        </pc:spChg>
        <pc:spChg chg="mod">
          <ac:chgData name="Mohd Yasser" userId="b7fbafd50f2718be" providerId="LiveId" clId="{DA938F70-AF43-4401-B5FC-B9DBDECCC565}" dt="2026-05-08T14:41:04.403" v="873" actId="207"/>
          <ac:spMkLst>
            <pc:docMk/>
            <pc:sldMk cId="0" sldId="265"/>
            <ac:spMk id="5" creationId="{00000000-0000-0000-0000-000000000000}"/>
          </ac:spMkLst>
        </pc:spChg>
        <pc:spChg chg="mod">
          <ac:chgData name="Mohd Yasser" userId="b7fbafd50f2718be" providerId="LiveId" clId="{DA938F70-AF43-4401-B5FC-B9DBDECCC565}" dt="2026-05-08T14:33:24.955" v="731" actId="207"/>
          <ac:spMkLst>
            <pc:docMk/>
            <pc:sldMk cId="0" sldId="265"/>
            <ac:spMk id="6" creationId="{00000000-0000-0000-0000-000000000000}"/>
          </ac:spMkLst>
        </pc:spChg>
        <pc:spChg chg="mod">
          <ac:chgData name="Mohd Yasser" userId="b7fbafd50f2718be" providerId="LiveId" clId="{DA938F70-AF43-4401-B5FC-B9DBDECCC565}" dt="2026-05-08T14:33:31.393" v="733" actId="207"/>
          <ac:spMkLst>
            <pc:docMk/>
            <pc:sldMk cId="0" sldId="265"/>
            <ac:spMk id="7" creationId="{00000000-0000-0000-0000-000000000000}"/>
          </ac:spMkLst>
        </pc:spChg>
        <pc:spChg chg="mod">
          <ac:chgData name="Mohd Yasser" userId="b7fbafd50f2718be" providerId="LiveId" clId="{DA938F70-AF43-4401-B5FC-B9DBDECCC565}" dt="2026-05-08T14:41:08.900" v="879" actId="207"/>
          <ac:spMkLst>
            <pc:docMk/>
            <pc:sldMk cId="0" sldId="265"/>
            <ac:spMk id="9" creationId="{00000000-0000-0000-0000-000000000000}"/>
          </ac:spMkLst>
        </pc:spChg>
        <pc:spChg chg="mod">
          <ac:chgData name="Mohd Yasser" userId="b7fbafd50f2718be" providerId="LiveId" clId="{DA938F70-AF43-4401-B5FC-B9DBDECCC565}" dt="2026-05-08T14:33:00.136" v="725" actId="207"/>
          <ac:spMkLst>
            <pc:docMk/>
            <pc:sldMk cId="0" sldId="265"/>
            <ac:spMk id="10" creationId="{00000000-0000-0000-0000-000000000000}"/>
          </ac:spMkLst>
        </pc:spChg>
        <pc:spChg chg="mod">
          <ac:chgData name="Mohd Yasser" userId="b7fbafd50f2718be" providerId="LiveId" clId="{DA938F70-AF43-4401-B5FC-B9DBDECCC565}" dt="2026-05-08T14:33:00.136" v="725" actId="207"/>
          <ac:spMkLst>
            <pc:docMk/>
            <pc:sldMk cId="0" sldId="265"/>
            <ac:spMk id="11" creationId="{00000000-0000-0000-0000-000000000000}"/>
          </ac:spMkLst>
        </pc:spChg>
        <pc:spChg chg="mod">
          <ac:chgData name="Mohd Yasser" userId="b7fbafd50f2718be" providerId="LiveId" clId="{DA938F70-AF43-4401-B5FC-B9DBDECCC565}" dt="2026-05-08T14:41:12.669" v="887" actId="207"/>
          <ac:spMkLst>
            <pc:docMk/>
            <pc:sldMk cId="0" sldId="265"/>
            <ac:spMk id="13" creationId="{00000000-0000-0000-0000-000000000000}"/>
          </ac:spMkLst>
        </pc:spChg>
        <pc:spChg chg="mod">
          <ac:chgData name="Mohd Yasser" userId="b7fbafd50f2718be" providerId="LiveId" clId="{DA938F70-AF43-4401-B5FC-B9DBDECCC565}" dt="2026-05-08T14:33:00.136" v="725" actId="207"/>
          <ac:spMkLst>
            <pc:docMk/>
            <pc:sldMk cId="0" sldId="265"/>
            <ac:spMk id="14" creationId="{00000000-0000-0000-0000-000000000000}"/>
          </ac:spMkLst>
        </pc:spChg>
        <pc:spChg chg="mod">
          <ac:chgData name="Mohd Yasser" userId="b7fbafd50f2718be" providerId="LiveId" clId="{DA938F70-AF43-4401-B5FC-B9DBDECCC565}" dt="2026-05-08T14:33:00.136" v="725" actId="207"/>
          <ac:spMkLst>
            <pc:docMk/>
            <pc:sldMk cId="0" sldId="265"/>
            <ac:spMk id="15" creationId="{00000000-0000-0000-0000-000000000000}"/>
          </ac:spMkLst>
        </pc:spChg>
        <pc:spChg chg="mod">
          <ac:chgData name="Mohd Yasser" userId="b7fbafd50f2718be" providerId="LiveId" clId="{DA938F70-AF43-4401-B5FC-B9DBDECCC565}" dt="2026-05-08T14:41:16.138" v="893" actId="207"/>
          <ac:spMkLst>
            <pc:docMk/>
            <pc:sldMk cId="0" sldId="265"/>
            <ac:spMk id="17" creationId="{00000000-0000-0000-0000-000000000000}"/>
          </ac:spMkLst>
        </pc:spChg>
        <pc:spChg chg="mod">
          <ac:chgData name="Mohd Yasser" userId="b7fbafd50f2718be" providerId="LiveId" clId="{DA938F70-AF43-4401-B5FC-B9DBDECCC565}" dt="2026-05-08T14:33:00.136" v="725" actId="207"/>
          <ac:spMkLst>
            <pc:docMk/>
            <pc:sldMk cId="0" sldId="265"/>
            <ac:spMk id="18" creationId="{00000000-0000-0000-0000-000000000000}"/>
          </ac:spMkLst>
        </pc:spChg>
        <pc:spChg chg="mod">
          <ac:chgData name="Mohd Yasser" userId="b7fbafd50f2718be" providerId="LiveId" clId="{DA938F70-AF43-4401-B5FC-B9DBDECCC565}" dt="2026-05-08T14:33:00.136" v="725" actId="207"/>
          <ac:spMkLst>
            <pc:docMk/>
            <pc:sldMk cId="0" sldId="265"/>
            <ac:spMk id="19" creationId="{00000000-0000-0000-0000-000000000000}"/>
          </ac:spMkLst>
        </pc:spChg>
        <pc:spChg chg="mod">
          <ac:chgData name="Mohd Yasser" userId="b7fbafd50f2718be" providerId="LiveId" clId="{DA938F70-AF43-4401-B5FC-B9DBDECCC565}" dt="2026-05-08T14:41:28.950" v="894" actId="208"/>
          <ac:spMkLst>
            <pc:docMk/>
            <pc:sldMk cId="0" sldId="265"/>
            <ac:spMk id="20" creationId="{00000000-0000-0000-0000-000000000000}"/>
          </ac:spMkLst>
        </pc:spChg>
        <pc:spChg chg="mod">
          <ac:chgData name="Mohd Yasser" userId="b7fbafd50f2718be" providerId="LiveId" clId="{DA938F70-AF43-4401-B5FC-B9DBDECCC565}" dt="2026-05-08T14:49:47.411" v="1105" actId="1076"/>
          <ac:spMkLst>
            <pc:docMk/>
            <pc:sldMk cId="0" sldId="265"/>
            <ac:spMk id="21" creationId="{00000000-0000-0000-0000-000000000000}"/>
          </ac:spMkLst>
        </pc:spChg>
        <pc:spChg chg="mod">
          <ac:chgData name="Mohd Yasser" userId="b7fbafd50f2718be" providerId="LiveId" clId="{DA938F70-AF43-4401-B5FC-B9DBDECCC565}" dt="2026-05-08T14:49:53.254" v="1106" actId="1076"/>
          <ac:spMkLst>
            <pc:docMk/>
            <pc:sldMk cId="0" sldId="265"/>
            <ac:spMk id="22" creationId="{00000000-0000-0000-0000-000000000000}"/>
          </ac:spMkLst>
        </pc:spChg>
        <pc:spChg chg="mod">
          <ac:chgData name="Mohd Yasser" userId="b7fbafd50f2718be" providerId="LiveId" clId="{DA938F70-AF43-4401-B5FC-B9DBDECCC565}" dt="2026-05-08T14:41:33.622" v="895" actId="208"/>
          <ac:spMkLst>
            <pc:docMk/>
            <pc:sldMk cId="0" sldId="265"/>
            <ac:spMk id="23" creationId="{00000000-0000-0000-0000-000000000000}"/>
          </ac:spMkLst>
        </pc:spChg>
        <pc:spChg chg="mod">
          <ac:chgData name="Mohd Yasser" userId="b7fbafd50f2718be" providerId="LiveId" clId="{DA938F70-AF43-4401-B5FC-B9DBDECCC565}" dt="2026-05-08T14:50:25.338" v="1111" actId="1076"/>
          <ac:spMkLst>
            <pc:docMk/>
            <pc:sldMk cId="0" sldId="265"/>
            <ac:spMk id="24" creationId="{00000000-0000-0000-0000-000000000000}"/>
          </ac:spMkLst>
        </pc:spChg>
        <pc:spChg chg="mod">
          <ac:chgData name="Mohd Yasser" userId="b7fbafd50f2718be" providerId="LiveId" clId="{DA938F70-AF43-4401-B5FC-B9DBDECCC565}" dt="2026-05-08T14:50:40.378" v="1112" actId="1076"/>
          <ac:spMkLst>
            <pc:docMk/>
            <pc:sldMk cId="0" sldId="265"/>
            <ac:spMk id="25" creationId="{00000000-0000-0000-0000-000000000000}"/>
          </ac:spMkLst>
        </pc:spChg>
        <pc:spChg chg="mod">
          <ac:chgData name="Mohd Yasser" userId="b7fbafd50f2718be" providerId="LiveId" clId="{DA938F70-AF43-4401-B5FC-B9DBDECCC565}" dt="2026-05-08T14:41:38.605" v="896" actId="208"/>
          <ac:spMkLst>
            <pc:docMk/>
            <pc:sldMk cId="0" sldId="265"/>
            <ac:spMk id="26" creationId="{00000000-0000-0000-0000-000000000000}"/>
          </ac:spMkLst>
        </pc:spChg>
        <pc:spChg chg="mod">
          <ac:chgData name="Mohd Yasser" userId="b7fbafd50f2718be" providerId="LiveId" clId="{DA938F70-AF43-4401-B5FC-B9DBDECCC565}" dt="2026-05-08T14:50:02.993" v="1107" actId="1076"/>
          <ac:spMkLst>
            <pc:docMk/>
            <pc:sldMk cId="0" sldId="265"/>
            <ac:spMk id="27" creationId="{00000000-0000-0000-0000-000000000000}"/>
          </ac:spMkLst>
        </pc:spChg>
        <pc:spChg chg="mod">
          <ac:chgData name="Mohd Yasser" userId="b7fbafd50f2718be" providerId="LiveId" clId="{DA938F70-AF43-4401-B5FC-B9DBDECCC565}" dt="2026-05-08T14:50:17.029" v="1110" actId="1076"/>
          <ac:spMkLst>
            <pc:docMk/>
            <pc:sldMk cId="0" sldId="265"/>
            <ac:spMk id="28" creationId="{00000000-0000-0000-0000-000000000000}"/>
          </ac:spMkLst>
        </pc:spChg>
        <pc:spChg chg="mod">
          <ac:chgData name="Mohd Yasser" userId="b7fbafd50f2718be" providerId="LiveId" clId="{DA938F70-AF43-4401-B5FC-B9DBDECCC565}" dt="2026-05-08T14:41:43.365" v="897" actId="208"/>
          <ac:spMkLst>
            <pc:docMk/>
            <pc:sldMk cId="0" sldId="265"/>
            <ac:spMk id="29" creationId="{00000000-0000-0000-0000-000000000000}"/>
          </ac:spMkLst>
        </pc:spChg>
        <pc:spChg chg="mod">
          <ac:chgData name="Mohd Yasser" userId="b7fbafd50f2718be" providerId="LiveId" clId="{DA938F70-AF43-4401-B5FC-B9DBDECCC565}" dt="2026-05-08T14:50:47.356" v="1113" actId="1076"/>
          <ac:spMkLst>
            <pc:docMk/>
            <pc:sldMk cId="0" sldId="265"/>
            <ac:spMk id="30" creationId="{00000000-0000-0000-0000-000000000000}"/>
          </ac:spMkLst>
        </pc:spChg>
        <pc:spChg chg="mod">
          <ac:chgData name="Mohd Yasser" userId="b7fbafd50f2718be" providerId="LiveId" clId="{DA938F70-AF43-4401-B5FC-B9DBDECCC565}" dt="2026-05-08T14:50:52.836" v="1114" actId="1076"/>
          <ac:spMkLst>
            <pc:docMk/>
            <pc:sldMk cId="0" sldId="265"/>
            <ac:spMk id="31" creationId="{00000000-0000-0000-0000-000000000000}"/>
          </ac:spMkLst>
        </pc:spChg>
        <pc:spChg chg="mod">
          <ac:chgData name="Mohd Yasser" userId="b7fbafd50f2718be" providerId="LiveId" clId="{DA938F70-AF43-4401-B5FC-B9DBDECCC565}" dt="2026-05-08T16:17:59.552" v="1349" actId="403"/>
          <ac:spMkLst>
            <pc:docMk/>
            <pc:sldMk cId="0" sldId="265"/>
            <ac:spMk id="32" creationId="{00000000-0000-0000-0000-000000000000}"/>
          </ac:spMkLst>
        </pc:spChg>
      </pc:sldChg>
      <pc:sldChg chg="addSp delSp modSp mod setBg chgLayout">
        <pc:chgData name="Mohd Yasser" userId="b7fbafd50f2718be" providerId="LiveId" clId="{DA938F70-AF43-4401-B5FC-B9DBDECCC565}" dt="2026-05-08T16:18:29.004" v="1353" actId="1076"/>
        <pc:sldMkLst>
          <pc:docMk/>
          <pc:sldMk cId="0" sldId="266"/>
        </pc:sldMkLst>
        <pc:spChg chg="mod">
          <ac:chgData name="Mohd Yasser" userId="b7fbafd50f2718be" providerId="LiveId" clId="{DA938F70-AF43-4401-B5FC-B9DBDECCC565}" dt="2026-05-08T14:15:10.970" v="412" actId="404"/>
          <ac:spMkLst>
            <pc:docMk/>
            <pc:sldMk cId="0" sldId="266"/>
            <ac:spMk id="2" creationId="{00000000-0000-0000-0000-000000000000}"/>
          </ac:spMkLst>
        </pc:spChg>
        <pc:spChg chg="mod">
          <ac:chgData name="Mohd Yasser" userId="b7fbafd50f2718be" providerId="LiveId" clId="{DA938F70-AF43-4401-B5FC-B9DBDECCC565}" dt="2026-05-08T16:18:12.342" v="1351" actId="404"/>
          <ac:spMkLst>
            <pc:docMk/>
            <pc:sldMk cId="0" sldId="266"/>
            <ac:spMk id="3" creationId="{00000000-0000-0000-0000-000000000000}"/>
          </ac:spMkLst>
        </pc:spChg>
        <pc:spChg chg="mod">
          <ac:chgData name="Mohd Yasser" userId="b7fbafd50f2718be" providerId="LiveId" clId="{DA938F70-AF43-4401-B5FC-B9DBDECCC565}" dt="2026-05-08T05:52:07.773" v="45" actId="207"/>
          <ac:spMkLst>
            <pc:docMk/>
            <pc:sldMk cId="0" sldId="266"/>
            <ac:spMk id="4" creationId="{00000000-0000-0000-0000-000000000000}"/>
          </ac:spMkLst>
        </pc:spChg>
        <pc:spChg chg="add del mod">
          <ac:chgData name="Mohd Yasser" userId="b7fbafd50f2718be" providerId="LiveId" clId="{DA938F70-AF43-4401-B5FC-B9DBDECCC565}" dt="2026-05-08T14:48:46.847" v="1103" actId="208"/>
          <ac:spMkLst>
            <pc:docMk/>
            <pc:sldMk cId="0" sldId="266"/>
            <ac:spMk id="6" creationId="{00000000-0000-0000-0000-000000000000}"/>
          </ac:spMkLst>
        </pc:spChg>
        <pc:spChg chg="mod">
          <ac:chgData name="Mohd Yasser" userId="b7fbafd50f2718be" providerId="LiveId" clId="{DA938F70-AF43-4401-B5FC-B9DBDECCC565}" dt="2026-05-08T14:34:59.045" v="745" actId="1076"/>
          <ac:spMkLst>
            <pc:docMk/>
            <pc:sldMk cId="0" sldId="266"/>
            <ac:spMk id="7" creationId="{00000000-0000-0000-0000-000000000000}"/>
          </ac:spMkLst>
        </pc:spChg>
        <pc:spChg chg="mod">
          <ac:chgData name="Mohd Yasser" userId="b7fbafd50f2718be" providerId="LiveId" clId="{DA938F70-AF43-4401-B5FC-B9DBDECCC565}" dt="2026-05-08T16:06:16.556" v="1216" actId="20577"/>
          <ac:spMkLst>
            <pc:docMk/>
            <pc:sldMk cId="0" sldId="266"/>
            <ac:spMk id="8" creationId="{00000000-0000-0000-0000-000000000000}"/>
          </ac:spMkLst>
        </pc:spChg>
        <pc:spChg chg="mod">
          <ac:chgData name="Mohd Yasser" userId="b7fbafd50f2718be" providerId="LiveId" clId="{DA938F70-AF43-4401-B5FC-B9DBDECCC565}" dt="2026-05-08T14:48:02.036" v="1093" actId="1076"/>
          <ac:spMkLst>
            <pc:docMk/>
            <pc:sldMk cId="0" sldId="266"/>
            <ac:spMk id="9" creationId="{00000000-0000-0000-0000-000000000000}"/>
          </ac:spMkLst>
        </pc:spChg>
        <pc:spChg chg="mod">
          <ac:chgData name="Mohd Yasser" userId="b7fbafd50f2718be" providerId="LiveId" clId="{DA938F70-AF43-4401-B5FC-B9DBDECCC565}" dt="2026-05-08T14:35:14.661" v="749" actId="1076"/>
          <ac:spMkLst>
            <pc:docMk/>
            <pc:sldMk cId="0" sldId="266"/>
            <ac:spMk id="10" creationId="{00000000-0000-0000-0000-000000000000}"/>
          </ac:spMkLst>
        </pc:spChg>
        <pc:spChg chg="mod">
          <ac:chgData name="Mohd Yasser" userId="b7fbafd50f2718be" providerId="LiveId" clId="{DA938F70-AF43-4401-B5FC-B9DBDECCC565}" dt="2026-05-08T16:06:25.605" v="1221" actId="20577"/>
          <ac:spMkLst>
            <pc:docMk/>
            <pc:sldMk cId="0" sldId="266"/>
            <ac:spMk id="11" creationId="{00000000-0000-0000-0000-000000000000}"/>
          </ac:spMkLst>
        </pc:spChg>
        <pc:spChg chg="mod">
          <ac:chgData name="Mohd Yasser" userId="b7fbafd50f2718be" providerId="LiveId" clId="{DA938F70-AF43-4401-B5FC-B9DBDECCC565}" dt="2026-05-08T14:48:50.729" v="1104" actId="208"/>
          <ac:spMkLst>
            <pc:docMk/>
            <pc:sldMk cId="0" sldId="266"/>
            <ac:spMk id="12" creationId="{00000000-0000-0000-0000-000000000000}"/>
          </ac:spMkLst>
        </pc:spChg>
        <pc:spChg chg="mod">
          <ac:chgData name="Mohd Yasser" userId="b7fbafd50f2718be" providerId="LiveId" clId="{DA938F70-AF43-4401-B5FC-B9DBDECCC565}" dt="2026-05-08T14:48:11.761" v="1095" actId="404"/>
          <ac:spMkLst>
            <pc:docMk/>
            <pc:sldMk cId="0" sldId="266"/>
            <ac:spMk id="13" creationId="{00000000-0000-0000-0000-000000000000}"/>
          </ac:spMkLst>
        </pc:spChg>
        <pc:spChg chg="mod">
          <ac:chgData name="Mohd Yasser" userId="b7fbafd50f2718be" providerId="LiveId" clId="{DA938F70-AF43-4401-B5FC-B9DBDECCC565}" dt="2026-05-08T16:06:31.339" v="1228" actId="20577"/>
          <ac:spMkLst>
            <pc:docMk/>
            <pc:sldMk cId="0" sldId="266"/>
            <ac:spMk id="14" creationId="{00000000-0000-0000-0000-000000000000}"/>
          </ac:spMkLst>
        </pc:spChg>
        <pc:spChg chg="mod">
          <ac:chgData name="Mohd Yasser" userId="b7fbafd50f2718be" providerId="LiveId" clId="{DA938F70-AF43-4401-B5FC-B9DBDECCC565}" dt="2026-05-08T14:36:47.539" v="770" actId="1076"/>
          <ac:spMkLst>
            <pc:docMk/>
            <pc:sldMk cId="0" sldId="266"/>
            <ac:spMk id="15" creationId="{00000000-0000-0000-0000-000000000000}"/>
          </ac:spMkLst>
        </pc:spChg>
        <pc:spChg chg="mod">
          <ac:chgData name="Mohd Yasser" userId="b7fbafd50f2718be" providerId="LiveId" clId="{DA938F70-AF43-4401-B5FC-B9DBDECCC565}" dt="2026-05-08T16:18:29.004" v="1353" actId="1076"/>
          <ac:spMkLst>
            <pc:docMk/>
            <pc:sldMk cId="0" sldId="266"/>
            <ac:spMk id="16" creationId="{00000000-0000-0000-0000-000000000000}"/>
          </ac:spMkLst>
        </pc:spChg>
        <pc:spChg chg="add mod">
          <ac:chgData name="Mohd Yasser" userId="b7fbafd50f2718be" providerId="LiveId" clId="{DA938F70-AF43-4401-B5FC-B9DBDECCC565}" dt="2026-05-08T14:34:43.025" v="742" actId="571"/>
          <ac:spMkLst>
            <pc:docMk/>
            <pc:sldMk cId="0" sldId="266"/>
            <ac:spMk id="17" creationId="{EE16EBB3-0D0F-D4A4-E644-509AE958E1C9}"/>
          </ac:spMkLst>
        </pc:spChg>
        <pc:spChg chg="add mod">
          <ac:chgData name="Mohd Yasser" userId="b7fbafd50f2718be" providerId="LiveId" clId="{DA938F70-AF43-4401-B5FC-B9DBDECCC565}" dt="2026-05-08T14:47:02.033" v="1082" actId="1076"/>
          <ac:spMkLst>
            <pc:docMk/>
            <pc:sldMk cId="0" sldId="266"/>
            <ac:spMk id="18" creationId="{05A8ED75-1194-C376-1EAA-3AB333A8A5B1}"/>
          </ac:spMkLst>
        </pc:spChg>
        <pc:spChg chg="add mod">
          <ac:chgData name="Mohd Yasser" userId="b7fbafd50f2718be" providerId="LiveId" clId="{DA938F70-AF43-4401-B5FC-B9DBDECCC565}" dt="2026-05-08T14:46:59.995" v="1080" actId="1076"/>
          <ac:spMkLst>
            <pc:docMk/>
            <pc:sldMk cId="0" sldId="266"/>
            <ac:spMk id="19" creationId="{7AE377C7-DF58-70DB-9DEA-9890CAC81AB0}"/>
          </ac:spMkLst>
        </pc:spChg>
        <pc:spChg chg="add mod">
          <ac:chgData name="Mohd Yasser" userId="b7fbafd50f2718be" providerId="LiveId" clId="{DA938F70-AF43-4401-B5FC-B9DBDECCC565}" dt="2026-05-08T14:47:12.274" v="1085"/>
          <ac:spMkLst>
            <pc:docMk/>
            <pc:sldMk cId="0" sldId="266"/>
            <ac:spMk id="20" creationId="{FB67521E-DA36-BC5B-EC32-BFF25A0551BC}"/>
          </ac:spMkLst>
        </pc:spChg>
      </pc:sldChg>
      <pc:sldChg chg="addSp delSp modSp mod setBg chgLayout">
        <pc:chgData name="Mohd Yasser" userId="b7fbafd50f2718be" providerId="LiveId" clId="{DA938F70-AF43-4401-B5FC-B9DBDECCC565}" dt="2026-05-08T16:19:35.730" v="1372" actId="20577"/>
        <pc:sldMkLst>
          <pc:docMk/>
          <pc:sldMk cId="0" sldId="267"/>
        </pc:sldMkLst>
        <pc:spChg chg="mod">
          <ac:chgData name="Mohd Yasser" userId="b7fbafd50f2718be" providerId="LiveId" clId="{DA938F70-AF43-4401-B5FC-B9DBDECCC565}" dt="2026-05-08T05:52:02.248" v="44" actId="207"/>
          <ac:spMkLst>
            <pc:docMk/>
            <pc:sldMk cId="0" sldId="267"/>
            <ac:spMk id="2" creationId="{00000000-0000-0000-0000-000000000000}"/>
          </ac:spMkLst>
        </pc:spChg>
        <pc:spChg chg="mod">
          <ac:chgData name="Mohd Yasser" userId="b7fbafd50f2718be" providerId="LiveId" clId="{DA938F70-AF43-4401-B5FC-B9DBDECCC565}" dt="2026-05-08T16:18:37" v="1354" actId="2711"/>
          <ac:spMkLst>
            <pc:docMk/>
            <pc:sldMk cId="0" sldId="267"/>
            <ac:spMk id="3" creationId="{00000000-0000-0000-0000-000000000000}"/>
          </ac:spMkLst>
        </pc:spChg>
        <pc:spChg chg="add del mod">
          <ac:chgData name="Mohd Yasser" userId="b7fbafd50f2718be" providerId="LiveId" clId="{DA938F70-AF43-4401-B5FC-B9DBDECCC565}" dt="2026-05-08T06:00:11.442" v="133" actId="14100"/>
          <ac:spMkLst>
            <pc:docMk/>
            <pc:sldMk cId="0" sldId="267"/>
            <ac:spMk id="4" creationId="{00000000-0000-0000-0000-000000000000}"/>
          </ac:spMkLst>
        </pc:spChg>
        <pc:spChg chg="mod">
          <ac:chgData name="Mohd Yasser" userId="b7fbafd50f2718be" providerId="LiveId" clId="{DA938F70-AF43-4401-B5FC-B9DBDECCC565}" dt="2026-05-08T14:44:56.523" v="1056" actId="1076"/>
          <ac:spMkLst>
            <pc:docMk/>
            <pc:sldMk cId="0" sldId="267"/>
            <ac:spMk id="5" creationId="{00000000-0000-0000-0000-000000000000}"/>
          </ac:spMkLst>
        </pc:spChg>
        <pc:spChg chg="mod">
          <ac:chgData name="Mohd Yasser" userId="b7fbafd50f2718be" providerId="LiveId" clId="{DA938F70-AF43-4401-B5FC-B9DBDECCC565}" dt="2026-05-08T14:51:11.249" v="1117" actId="404"/>
          <ac:spMkLst>
            <pc:docMk/>
            <pc:sldMk cId="0" sldId="267"/>
            <ac:spMk id="6" creationId="{00000000-0000-0000-0000-000000000000}"/>
          </ac:spMkLst>
        </pc:spChg>
        <pc:spChg chg="mod">
          <ac:chgData name="Mohd Yasser" userId="b7fbafd50f2718be" providerId="LiveId" clId="{DA938F70-AF43-4401-B5FC-B9DBDECCC565}" dt="2026-05-08T14:45:17.701" v="1059" actId="207"/>
          <ac:spMkLst>
            <pc:docMk/>
            <pc:sldMk cId="0" sldId="267"/>
            <ac:spMk id="7" creationId="{00000000-0000-0000-0000-000000000000}"/>
          </ac:spMkLst>
        </pc:spChg>
        <pc:spChg chg="mod">
          <ac:chgData name="Mohd Yasser" userId="b7fbafd50f2718be" providerId="LiveId" clId="{DA938F70-AF43-4401-B5FC-B9DBDECCC565}" dt="2026-05-08T14:37:43.969" v="835" actId="207"/>
          <ac:spMkLst>
            <pc:docMk/>
            <pc:sldMk cId="0" sldId="267"/>
            <ac:spMk id="8" creationId="{00000000-0000-0000-0000-000000000000}"/>
          </ac:spMkLst>
        </pc:spChg>
        <pc:spChg chg="mod">
          <ac:chgData name="Mohd Yasser" userId="b7fbafd50f2718be" providerId="LiveId" clId="{DA938F70-AF43-4401-B5FC-B9DBDECCC565}" dt="2026-05-08T14:51:18.949" v="1121" actId="404"/>
          <ac:spMkLst>
            <pc:docMk/>
            <pc:sldMk cId="0" sldId="267"/>
            <ac:spMk id="9" creationId="{00000000-0000-0000-0000-000000000000}"/>
          </ac:spMkLst>
        </pc:spChg>
        <pc:spChg chg="mod">
          <ac:chgData name="Mohd Yasser" userId="b7fbafd50f2718be" providerId="LiveId" clId="{DA938F70-AF43-4401-B5FC-B9DBDECCC565}" dt="2026-05-08T14:45:20.548" v="1060" actId="207"/>
          <ac:spMkLst>
            <pc:docMk/>
            <pc:sldMk cId="0" sldId="267"/>
            <ac:spMk id="10" creationId="{00000000-0000-0000-0000-000000000000}"/>
          </ac:spMkLst>
        </pc:spChg>
        <pc:spChg chg="mod">
          <ac:chgData name="Mohd Yasser" userId="b7fbafd50f2718be" providerId="LiveId" clId="{DA938F70-AF43-4401-B5FC-B9DBDECCC565}" dt="2026-05-08T14:37:49.233" v="855" actId="207"/>
          <ac:spMkLst>
            <pc:docMk/>
            <pc:sldMk cId="0" sldId="267"/>
            <ac:spMk id="11" creationId="{00000000-0000-0000-0000-000000000000}"/>
          </ac:spMkLst>
        </pc:spChg>
        <pc:spChg chg="mod">
          <ac:chgData name="Mohd Yasser" userId="b7fbafd50f2718be" providerId="LiveId" clId="{DA938F70-AF43-4401-B5FC-B9DBDECCC565}" dt="2026-05-08T14:51:25.136" v="1130" actId="404"/>
          <ac:spMkLst>
            <pc:docMk/>
            <pc:sldMk cId="0" sldId="267"/>
            <ac:spMk id="12" creationId="{00000000-0000-0000-0000-000000000000}"/>
          </ac:spMkLst>
        </pc:spChg>
        <pc:spChg chg="mod">
          <ac:chgData name="Mohd Yasser" userId="b7fbafd50f2718be" providerId="LiveId" clId="{DA938F70-AF43-4401-B5FC-B9DBDECCC565}" dt="2026-05-08T14:45:23.478" v="1061" actId="207"/>
          <ac:spMkLst>
            <pc:docMk/>
            <pc:sldMk cId="0" sldId="267"/>
            <ac:spMk id="13" creationId="{00000000-0000-0000-0000-000000000000}"/>
          </ac:spMkLst>
        </pc:spChg>
        <pc:spChg chg="mod">
          <ac:chgData name="Mohd Yasser" userId="b7fbafd50f2718be" providerId="LiveId" clId="{DA938F70-AF43-4401-B5FC-B9DBDECCC565}" dt="2026-05-08T14:37:52.510" v="869" actId="207"/>
          <ac:spMkLst>
            <pc:docMk/>
            <pc:sldMk cId="0" sldId="267"/>
            <ac:spMk id="14" creationId="{00000000-0000-0000-0000-000000000000}"/>
          </ac:spMkLst>
        </pc:spChg>
        <pc:spChg chg="mod">
          <ac:chgData name="Mohd Yasser" userId="b7fbafd50f2718be" providerId="LiveId" clId="{DA938F70-AF43-4401-B5FC-B9DBDECCC565}" dt="2026-05-08T14:51:29.500" v="1135" actId="403"/>
          <ac:spMkLst>
            <pc:docMk/>
            <pc:sldMk cId="0" sldId="267"/>
            <ac:spMk id="15" creationId="{00000000-0000-0000-0000-000000000000}"/>
          </ac:spMkLst>
        </pc:spChg>
        <pc:spChg chg="mod">
          <ac:chgData name="Mohd Yasser" userId="b7fbafd50f2718be" providerId="LiveId" clId="{DA938F70-AF43-4401-B5FC-B9DBDECCC565}" dt="2026-05-08T14:45:26.103" v="1062" actId="207"/>
          <ac:spMkLst>
            <pc:docMk/>
            <pc:sldMk cId="0" sldId="267"/>
            <ac:spMk id="16" creationId="{00000000-0000-0000-0000-000000000000}"/>
          </ac:spMkLst>
        </pc:spChg>
        <pc:spChg chg="mod">
          <ac:chgData name="Mohd Yasser" userId="b7fbafd50f2718be" providerId="LiveId" clId="{DA938F70-AF43-4401-B5FC-B9DBDECCC565}" dt="2026-05-08T14:45:34.369" v="1063" actId="208"/>
          <ac:spMkLst>
            <pc:docMk/>
            <pc:sldMk cId="0" sldId="267"/>
            <ac:spMk id="17" creationId="{00000000-0000-0000-0000-000000000000}"/>
          </ac:spMkLst>
        </pc:spChg>
        <pc:spChg chg="del">
          <ac:chgData name="Mohd Yasser" userId="b7fbafd50f2718be" providerId="LiveId" clId="{DA938F70-AF43-4401-B5FC-B9DBDECCC565}" dt="2026-05-08T06:07:53.426" v="219" actId="478"/>
          <ac:spMkLst>
            <pc:docMk/>
            <pc:sldMk cId="0" sldId="267"/>
            <ac:spMk id="18" creationId="{00000000-0000-0000-0000-000000000000}"/>
          </ac:spMkLst>
        </pc:spChg>
        <pc:spChg chg="mod">
          <ac:chgData name="Mohd Yasser" userId="b7fbafd50f2718be" providerId="LiveId" clId="{DA938F70-AF43-4401-B5FC-B9DBDECCC565}" dt="2026-05-08T14:05:33.323" v="351" actId="1076"/>
          <ac:spMkLst>
            <pc:docMk/>
            <pc:sldMk cId="0" sldId="267"/>
            <ac:spMk id="19" creationId="{00000000-0000-0000-0000-000000000000}"/>
          </ac:spMkLst>
        </pc:spChg>
        <pc:spChg chg="mod">
          <ac:chgData name="Mohd Yasser" userId="b7fbafd50f2718be" providerId="LiveId" clId="{DA938F70-AF43-4401-B5FC-B9DBDECCC565}" dt="2026-05-08T16:18:43.933" v="1356" actId="403"/>
          <ac:spMkLst>
            <pc:docMk/>
            <pc:sldMk cId="0" sldId="267"/>
            <ac:spMk id="20" creationId="{00000000-0000-0000-0000-000000000000}"/>
          </ac:spMkLst>
        </pc:spChg>
        <pc:spChg chg="mod">
          <ac:chgData name="Mohd Yasser" userId="b7fbafd50f2718be" providerId="LiveId" clId="{DA938F70-AF43-4401-B5FC-B9DBDECCC565}" dt="2026-05-08T16:08:19.616" v="1241" actId="14100"/>
          <ac:spMkLst>
            <pc:docMk/>
            <pc:sldMk cId="0" sldId="267"/>
            <ac:spMk id="21" creationId="{00000000-0000-0000-0000-000000000000}"/>
          </ac:spMkLst>
        </pc:spChg>
        <pc:spChg chg="del">
          <ac:chgData name="Mohd Yasser" userId="b7fbafd50f2718be" providerId="LiveId" clId="{DA938F70-AF43-4401-B5FC-B9DBDECCC565}" dt="2026-05-08T06:07:57.312" v="220" actId="478"/>
          <ac:spMkLst>
            <pc:docMk/>
            <pc:sldMk cId="0" sldId="267"/>
            <ac:spMk id="22" creationId="{00000000-0000-0000-0000-000000000000}"/>
          </ac:spMkLst>
        </pc:spChg>
        <pc:spChg chg="mod">
          <ac:chgData name="Mohd Yasser" userId="b7fbafd50f2718be" providerId="LiveId" clId="{DA938F70-AF43-4401-B5FC-B9DBDECCC565}" dt="2026-05-08T05:52:02.248" v="44" actId="207"/>
          <ac:spMkLst>
            <pc:docMk/>
            <pc:sldMk cId="0" sldId="267"/>
            <ac:spMk id="23" creationId="{00000000-0000-0000-0000-000000000000}"/>
          </ac:spMkLst>
        </pc:spChg>
        <pc:spChg chg="mod">
          <ac:chgData name="Mohd Yasser" userId="b7fbafd50f2718be" providerId="LiveId" clId="{DA938F70-AF43-4401-B5FC-B9DBDECCC565}" dt="2026-05-08T16:18:58.095" v="1364" actId="20577"/>
          <ac:spMkLst>
            <pc:docMk/>
            <pc:sldMk cId="0" sldId="267"/>
            <ac:spMk id="24" creationId="{00000000-0000-0000-0000-000000000000}"/>
          </ac:spMkLst>
        </pc:spChg>
        <pc:spChg chg="mod">
          <ac:chgData name="Mohd Yasser" userId="b7fbafd50f2718be" providerId="LiveId" clId="{DA938F70-AF43-4401-B5FC-B9DBDECCC565}" dt="2026-05-08T16:08:19.961" v="1242" actId="14100"/>
          <ac:spMkLst>
            <pc:docMk/>
            <pc:sldMk cId="0" sldId="267"/>
            <ac:spMk id="25" creationId="{00000000-0000-0000-0000-000000000000}"/>
          </ac:spMkLst>
        </pc:spChg>
        <pc:spChg chg="del">
          <ac:chgData name="Mohd Yasser" userId="b7fbafd50f2718be" providerId="LiveId" clId="{DA938F70-AF43-4401-B5FC-B9DBDECCC565}" dt="2026-05-08T06:08:00.292" v="221" actId="478"/>
          <ac:spMkLst>
            <pc:docMk/>
            <pc:sldMk cId="0" sldId="267"/>
            <ac:spMk id="26" creationId="{00000000-0000-0000-0000-000000000000}"/>
          </ac:spMkLst>
        </pc:spChg>
        <pc:spChg chg="mod">
          <ac:chgData name="Mohd Yasser" userId="b7fbafd50f2718be" providerId="LiveId" clId="{DA938F70-AF43-4401-B5FC-B9DBDECCC565}" dt="2026-05-08T05:52:02.248" v="44" actId="207"/>
          <ac:spMkLst>
            <pc:docMk/>
            <pc:sldMk cId="0" sldId="267"/>
            <ac:spMk id="27" creationId="{00000000-0000-0000-0000-000000000000}"/>
          </ac:spMkLst>
        </pc:spChg>
        <pc:spChg chg="mod">
          <ac:chgData name="Mohd Yasser" userId="b7fbafd50f2718be" providerId="LiveId" clId="{DA938F70-AF43-4401-B5FC-B9DBDECCC565}" dt="2026-05-08T16:19:35.730" v="1372" actId="20577"/>
          <ac:spMkLst>
            <pc:docMk/>
            <pc:sldMk cId="0" sldId="267"/>
            <ac:spMk id="28" creationId="{00000000-0000-0000-0000-000000000000}"/>
          </ac:spMkLst>
        </pc:spChg>
        <pc:spChg chg="add del mod">
          <ac:chgData name="Mohd Yasser" userId="b7fbafd50f2718be" providerId="LiveId" clId="{DA938F70-AF43-4401-B5FC-B9DBDECCC565}" dt="2026-05-08T16:19:17.015" v="1370" actId="403"/>
          <ac:spMkLst>
            <pc:docMk/>
            <pc:sldMk cId="0" sldId="267"/>
            <ac:spMk id="29" creationId="{00000000-0000-0000-0000-000000000000}"/>
          </ac:spMkLst>
        </pc:spChg>
      </pc:sldChg>
      <pc:sldChg chg="addSp delSp modSp mod setBg chgLayout">
        <pc:chgData name="Mohd Yasser" userId="b7fbafd50f2718be" providerId="LiveId" clId="{DA938F70-AF43-4401-B5FC-B9DBDECCC565}" dt="2026-05-08T16:11:29.313" v="1274" actId="20577"/>
        <pc:sldMkLst>
          <pc:docMk/>
          <pc:sldMk cId="0" sldId="268"/>
        </pc:sldMkLst>
        <pc:spChg chg="mod">
          <ac:chgData name="Mohd Yasser" userId="b7fbafd50f2718be" providerId="LiveId" clId="{DA938F70-AF43-4401-B5FC-B9DBDECCC565}" dt="2026-05-08T05:51:55.104" v="43" actId="207"/>
          <ac:spMkLst>
            <pc:docMk/>
            <pc:sldMk cId="0" sldId="268"/>
            <ac:spMk id="2" creationId="{00000000-0000-0000-0000-000000000000}"/>
          </ac:spMkLst>
        </pc:spChg>
        <pc:spChg chg="mod">
          <ac:chgData name="Mohd Yasser" userId="b7fbafd50f2718be" providerId="LiveId" clId="{DA938F70-AF43-4401-B5FC-B9DBDECCC565}" dt="2026-05-08T16:11:29.313" v="1274" actId="20577"/>
          <ac:spMkLst>
            <pc:docMk/>
            <pc:sldMk cId="0" sldId="268"/>
            <ac:spMk id="3" creationId="{00000000-0000-0000-0000-000000000000}"/>
          </ac:spMkLst>
        </pc:spChg>
        <pc:spChg chg="add del mod">
          <ac:chgData name="Mohd Yasser" userId="b7fbafd50f2718be" providerId="LiveId" clId="{DA938F70-AF43-4401-B5FC-B9DBDECCC565}" dt="2026-05-08T14:43:14.889" v="926" actId="207"/>
          <ac:spMkLst>
            <pc:docMk/>
            <pc:sldMk cId="0" sldId="268"/>
            <ac:spMk id="6" creationId="{00000000-0000-0000-0000-000000000000}"/>
          </ac:spMkLst>
        </pc:spChg>
        <pc:spChg chg="mod">
          <ac:chgData name="Mohd Yasser" userId="b7fbafd50f2718be" providerId="LiveId" clId="{DA938F70-AF43-4401-B5FC-B9DBDECCC565}" dt="2026-05-08T14:10:42.331" v="395" actId="207"/>
          <ac:spMkLst>
            <pc:docMk/>
            <pc:sldMk cId="0" sldId="268"/>
            <ac:spMk id="7" creationId="{00000000-0000-0000-0000-000000000000}"/>
          </ac:spMkLst>
        </pc:spChg>
        <pc:spChg chg="mod">
          <ac:chgData name="Mohd Yasser" userId="b7fbafd50f2718be" providerId="LiveId" clId="{DA938F70-AF43-4401-B5FC-B9DBDECCC565}" dt="2026-05-08T05:58:41.753" v="114" actId="20577"/>
          <ac:spMkLst>
            <pc:docMk/>
            <pc:sldMk cId="0" sldId="268"/>
            <ac:spMk id="8" creationId="{00000000-0000-0000-0000-000000000000}"/>
          </ac:spMkLst>
        </pc:spChg>
        <pc:spChg chg="add del mod">
          <ac:chgData name="Mohd Yasser" userId="b7fbafd50f2718be" providerId="LiveId" clId="{DA938F70-AF43-4401-B5FC-B9DBDECCC565}" dt="2026-05-08T14:44:13.234" v="996" actId="207"/>
          <ac:spMkLst>
            <pc:docMk/>
            <pc:sldMk cId="0" sldId="268"/>
            <ac:spMk id="10" creationId="{00000000-0000-0000-0000-000000000000}"/>
          </ac:spMkLst>
        </pc:spChg>
        <pc:spChg chg="mod">
          <ac:chgData name="Mohd Yasser" userId="b7fbafd50f2718be" providerId="LiveId" clId="{DA938F70-AF43-4401-B5FC-B9DBDECCC565}" dt="2026-05-08T14:09:52.016" v="391" actId="207"/>
          <ac:spMkLst>
            <pc:docMk/>
            <pc:sldMk cId="0" sldId="268"/>
            <ac:spMk id="11" creationId="{00000000-0000-0000-0000-000000000000}"/>
          </ac:spMkLst>
        </pc:spChg>
        <pc:spChg chg="add del mod">
          <ac:chgData name="Mohd Yasser" userId="b7fbafd50f2718be" providerId="LiveId" clId="{DA938F70-AF43-4401-B5FC-B9DBDECCC565}" dt="2026-05-08T14:43:25.289" v="946" actId="207"/>
          <ac:spMkLst>
            <pc:docMk/>
            <pc:sldMk cId="0" sldId="268"/>
            <ac:spMk id="13" creationId="{00000000-0000-0000-0000-000000000000}"/>
          </ac:spMkLst>
        </pc:spChg>
        <pc:spChg chg="mod">
          <ac:chgData name="Mohd Yasser" userId="b7fbafd50f2718be" providerId="LiveId" clId="{DA938F70-AF43-4401-B5FC-B9DBDECCC565}" dt="2026-05-08T14:10:44.829" v="396" actId="207"/>
          <ac:spMkLst>
            <pc:docMk/>
            <pc:sldMk cId="0" sldId="268"/>
            <ac:spMk id="14" creationId="{00000000-0000-0000-0000-000000000000}"/>
          </ac:spMkLst>
        </pc:spChg>
        <pc:spChg chg="mod">
          <ac:chgData name="Mohd Yasser" userId="b7fbafd50f2718be" providerId="LiveId" clId="{DA938F70-AF43-4401-B5FC-B9DBDECCC565}" dt="2026-05-08T05:58:36.374" v="112" actId="20577"/>
          <ac:spMkLst>
            <pc:docMk/>
            <pc:sldMk cId="0" sldId="268"/>
            <ac:spMk id="15" creationId="{00000000-0000-0000-0000-000000000000}"/>
          </ac:spMkLst>
        </pc:spChg>
        <pc:spChg chg="add del mod">
          <ac:chgData name="Mohd Yasser" userId="b7fbafd50f2718be" providerId="LiveId" clId="{DA938F70-AF43-4401-B5FC-B9DBDECCC565}" dt="2026-05-08T14:44:21.194" v="1016" actId="207"/>
          <ac:spMkLst>
            <pc:docMk/>
            <pc:sldMk cId="0" sldId="268"/>
            <ac:spMk id="17" creationId="{00000000-0000-0000-0000-000000000000}"/>
          </ac:spMkLst>
        </pc:spChg>
        <pc:spChg chg="mod">
          <ac:chgData name="Mohd Yasser" userId="b7fbafd50f2718be" providerId="LiveId" clId="{DA938F70-AF43-4401-B5FC-B9DBDECCC565}" dt="2026-05-08T14:09:54.367" v="392" actId="207"/>
          <ac:spMkLst>
            <pc:docMk/>
            <pc:sldMk cId="0" sldId="268"/>
            <ac:spMk id="18" creationId="{00000000-0000-0000-0000-000000000000}"/>
          </ac:spMkLst>
        </pc:spChg>
        <pc:spChg chg="add del mod">
          <ac:chgData name="Mohd Yasser" userId="b7fbafd50f2718be" providerId="LiveId" clId="{DA938F70-AF43-4401-B5FC-B9DBDECCC565}" dt="2026-05-08T14:43:33.879" v="956" actId="207"/>
          <ac:spMkLst>
            <pc:docMk/>
            <pc:sldMk cId="0" sldId="268"/>
            <ac:spMk id="20" creationId="{00000000-0000-0000-0000-000000000000}"/>
          </ac:spMkLst>
        </pc:spChg>
        <pc:spChg chg="mod">
          <ac:chgData name="Mohd Yasser" userId="b7fbafd50f2718be" providerId="LiveId" clId="{DA938F70-AF43-4401-B5FC-B9DBDECCC565}" dt="2026-05-08T14:10:47.677" v="397" actId="207"/>
          <ac:spMkLst>
            <pc:docMk/>
            <pc:sldMk cId="0" sldId="268"/>
            <ac:spMk id="21" creationId="{00000000-0000-0000-0000-000000000000}"/>
          </ac:spMkLst>
        </pc:spChg>
        <pc:spChg chg="mod">
          <ac:chgData name="Mohd Yasser" userId="b7fbafd50f2718be" providerId="LiveId" clId="{DA938F70-AF43-4401-B5FC-B9DBDECCC565}" dt="2026-05-08T05:58:45.093" v="117" actId="20577"/>
          <ac:spMkLst>
            <pc:docMk/>
            <pc:sldMk cId="0" sldId="268"/>
            <ac:spMk id="22" creationId="{00000000-0000-0000-0000-000000000000}"/>
          </ac:spMkLst>
        </pc:spChg>
        <pc:spChg chg="mod">
          <ac:chgData name="Mohd Yasser" userId="b7fbafd50f2718be" providerId="LiveId" clId="{DA938F70-AF43-4401-B5FC-B9DBDECCC565}" dt="2026-05-08T05:51:55.104" v="43" actId="207"/>
          <ac:spMkLst>
            <pc:docMk/>
            <pc:sldMk cId="0" sldId="268"/>
            <ac:spMk id="23" creationId="{00000000-0000-0000-0000-000000000000}"/>
          </ac:spMkLst>
        </pc:spChg>
        <pc:spChg chg="mod">
          <ac:chgData name="Mohd Yasser" userId="b7fbafd50f2718be" providerId="LiveId" clId="{DA938F70-AF43-4401-B5FC-B9DBDECCC565}" dt="2026-05-08T14:44:30.160" v="1034" actId="207"/>
          <ac:spMkLst>
            <pc:docMk/>
            <pc:sldMk cId="0" sldId="268"/>
            <ac:spMk id="24" creationId="{00000000-0000-0000-0000-000000000000}"/>
          </ac:spMkLst>
        </pc:spChg>
        <pc:spChg chg="mod">
          <ac:chgData name="Mohd Yasser" userId="b7fbafd50f2718be" providerId="LiveId" clId="{DA938F70-AF43-4401-B5FC-B9DBDECCC565}" dt="2026-05-08T14:09:56.738" v="393" actId="207"/>
          <ac:spMkLst>
            <pc:docMk/>
            <pc:sldMk cId="0" sldId="268"/>
            <ac:spMk id="25" creationId="{00000000-0000-0000-0000-000000000000}"/>
          </ac:spMkLst>
        </pc:spChg>
        <pc:spChg chg="mod">
          <ac:chgData name="Mohd Yasser" userId="b7fbafd50f2718be" providerId="LiveId" clId="{DA938F70-AF43-4401-B5FC-B9DBDECCC565}" dt="2026-05-08T14:08:26.996" v="378" actId="1076"/>
          <ac:spMkLst>
            <pc:docMk/>
            <pc:sldMk cId="0" sldId="268"/>
            <ac:spMk id="26" creationId="{00000000-0000-0000-0000-000000000000}"/>
          </ac:spMkLst>
        </pc:spChg>
        <pc:spChg chg="add del mod">
          <ac:chgData name="Mohd Yasser" userId="b7fbafd50f2718be" providerId="LiveId" clId="{DA938F70-AF43-4401-B5FC-B9DBDECCC565}" dt="2026-05-08T14:43:38.504" v="966" actId="207"/>
          <ac:spMkLst>
            <pc:docMk/>
            <pc:sldMk cId="0" sldId="268"/>
            <ac:spMk id="27" creationId="{00000000-0000-0000-0000-000000000000}"/>
          </ac:spMkLst>
        </pc:spChg>
        <pc:spChg chg="mod">
          <ac:chgData name="Mohd Yasser" userId="b7fbafd50f2718be" providerId="LiveId" clId="{DA938F70-AF43-4401-B5FC-B9DBDECCC565}" dt="2026-05-08T14:10:50.945" v="398" actId="207"/>
          <ac:spMkLst>
            <pc:docMk/>
            <pc:sldMk cId="0" sldId="268"/>
            <ac:spMk id="28" creationId="{00000000-0000-0000-0000-000000000000}"/>
          </ac:spMkLst>
        </pc:spChg>
        <pc:spChg chg="mod">
          <ac:chgData name="Mohd Yasser" userId="b7fbafd50f2718be" providerId="LiveId" clId="{DA938F70-AF43-4401-B5FC-B9DBDECCC565}" dt="2026-05-08T05:58:49.114" v="120" actId="20577"/>
          <ac:spMkLst>
            <pc:docMk/>
            <pc:sldMk cId="0" sldId="268"/>
            <ac:spMk id="29" creationId="{00000000-0000-0000-0000-000000000000}"/>
          </ac:spMkLst>
        </pc:spChg>
        <pc:spChg chg="mod">
          <ac:chgData name="Mohd Yasser" userId="b7fbafd50f2718be" providerId="LiveId" clId="{DA938F70-AF43-4401-B5FC-B9DBDECCC565}" dt="2026-05-08T05:51:55.104" v="43" actId="207"/>
          <ac:spMkLst>
            <pc:docMk/>
            <pc:sldMk cId="0" sldId="268"/>
            <ac:spMk id="30" creationId="{00000000-0000-0000-0000-000000000000}"/>
          </ac:spMkLst>
        </pc:spChg>
        <pc:spChg chg="mod">
          <ac:chgData name="Mohd Yasser" userId="b7fbafd50f2718be" providerId="LiveId" clId="{DA938F70-AF43-4401-B5FC-B9DBDECCC565}" dt="2026-05-08T14:44:36.210" v="1044" actId="207"/>
          <ac:spMkLst>
            <pc:docMk/>
            <pc:sldMk cId="0" sldId="268"/>
            <ac:spMk id="31" creationId="{00000000-0000-0000-0000-000000000000}"/>
          </ac:spMkLst>
        </pc:spChg>
        <pc:spChg chg="mod">
          <ac:chgData name="Mohd Yasser" userId="b7fbafd50f2718be" providerId="LiveId" clId="{DA938F70-AF43-4401-B5FC-B9DBDECCC565}" dt="2026-05-08T14:09:59.288" v="394" actId="207"/>
          <ac:spMkLst>
            <pc:docMk/>
            <pc:sldMk cId="0" sldId="268"/>
            <ac:spMk id="32" creationId="{00000000-0000-0000-0000-000000000000}"/>
          </ac:spMkLst>
        </pc:spChg>
        <pc:spChg chg="add del mod">
          <ac:chgData name="Mohd Yasser" userId="b7fbafd50f2718be" providerId="LiveId" clId="{DA938F70-AF43-4401-B5FC-B9DBDECCC565}" dt="2026-05-08T14:43:44.377" v="976" actId="207"/>
          <ac:spMkLst>
            <pc:docMk/>
            <pc:sldMk cId="0" sldId="268"/>
            <ac:spMk id="34" creationId="{00000000-0000-0000-0000-000000000000}"/>
          </ac:spMkLst>
        </pc:spChg>
        <pc:spChg chg="mod">
          <ac:chgData name="Mohd Yasser" userId="b7fbafd50f2718be" providerId="LiveId" clId="{DA938F70-AF43-4401-B5FC-B9DBDECCC565}" dt="2026-05-08T14:10:53.809" v="399" actId="207"/>
          <ac:spMkLst>
            <pc:docMk/>
            <pc:sldMk cId="0" sldId="268"/>
            <ac:spMk id="35" creationId="{00000000-0000-0000-0000-000000000000}"/>
          </ac:spMkLst>
        </pc:spChg>
        <pc:spChg chg="mod">
          <ac:chgData name="Mohd Yasser" userId="b7fbafd50f2718be" providerId="LiveId" clId="{DA938F70-AF43-4401-B5FC-B9DBDECCC565}" dt="2026-05-08T05:58:53.549" v="123" actId="20577"/>
          <ac:spMkLst>
            <pc:docMk/>
            <pc:sldMk cId="0" sldId="268"/>
            <ac:spMk id="36" creationId="{00000000-0000-0000-0000-000000000000}"/>
          </ac:spMkLst>
        </pc:spChg>
        <pc:spChg chg="mod">
          <ac:chgData name="Mohd Yasser" userId="b7fbafd50f2718be" providerId="LiveId" clId="{DA938F70-AF43-4401-B5FC-B9DBDECCC565}" dt="2026-05-08T14:44:45.425" v="1054" actId="207"/>
          <ac:spMkLst>
            <pc:docMk/>
            <pc:sldMk cId="0" sldId="268"/>
            <ac:spMk id="38" creationId="{00000000-0000-0000-0000-000000000000}"/>
          </ac:spMkLst>
        </pc:spChg>
        <pc:spChg chg="mod">
          <ac:chgData name="Mohd Yasser" userId="b7fbafd50f2718be" providerId="LiveId" clId="{DA938F70-AF43-4401-B5FC-B9DBDECCC565}" dt="2026-05-08T14:09:39.906" v="390" actId="207"/>
          <ac:spMkLst>
            <pc:docMk/>
            <pc:sldMk cId="0" sldId="268"/>
            <ac:spMk id="39" creationId="{00000000-0000-0000-0000-000000000000}"/>
          </ac:spMkLst>
        </pc:spChg>
      </pc:sldChg>
      <pc:sldChg chg="delSp modSp mod setBg chgLayout">
        <pc:chgData name="Mohd Yasser" userId="b7fbafd50f2718be" providerId="LiveId" clId="{DA938F70-AF43-4401-B5FC-B9DBDECCC565}" dt="2026-05-08T16:10:54.073" v="1269" actId="20577"/>
        <pc:sldMkLst>
          <pc:docMk/>
          <pc:sldMk cId="0" sldId="269"/>
        </pc:sldMkLst>
        <pc:spChg chg="del">
          <ac:chgData name="Mohd Yasser" userId="b7fbafd50f2718be" providerId="LiveId" clId="{DA938F70-AF43-4401-B5FC-B9DBDECCC565}" dt="2026-05-08T05:51:11.989" v="39" actId="478"/>
          <ac:spMkLst>
            <pc:docMk/>
            <pc:sldMk cId="0" sldId="269"/>
            <ac:spMk id="2" creationId="{00000000-0000-0000-0000-000000000000}"/>
          </ac:spMkLst>
        </pc:spChg>
        <pc:spChg chg="mod">
          <ac:chgData name="Mohd Yasser" userId="b7fbafd50f2718be" providerId="LiveId" clId="{DA938F70-AF43-4401-B5FC-B9DBDECCC565}" dt="2026-05-08T05:51:47.143" v="42" actId="207"/>
          <ac:spMkLst>
            <pc:docMk/>
            <pc:sldMk cId="0" sldId="269"/>
            <ac:spMk id="3" creationId="{00000000-0000-0000-0000-000000000000}"/>
          </ac:spMkLst>
        </pc:spChg>
        <pc:spChg chg="mod">
          <ac:chgData name="Mohd Yasser" userId="b7fbafd50f2718be" providerId="LiveId" clId="{DA938F70-AF43-4401-B5FC-B9DBDECCC565}" dt="2026-05-08T16:10:54.073" v="1269" actId="20577"/>
          <ac:spMkLst>
            <pc:docMk/>
            <pc:sldMk cId="0" sldId="269"/>
            <ac:spMk id="4" creationId="{00000000-0000-0000-0000-000000000000}"/>
          </ac:spMkLst>
        </pc:spChg>
        <pc:spChg chg="mod">
          <ac:chgData name="Mohd Yasser" userId="b7fbafd50f2718be" providerId="LiveId" clId="{DA938F70-AF43-4401-B5FC-B9DBDECCC565}" dt="2026-05-08T05:51:47.143" v="42" actId="207"/>
          <ac:spMkLst>
            <pc:docMk/>
            <pc:sldMk cId="0" sldId="269"/>
            <ac:spMk id="5"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Calls</c:v>
                </c:pt>
              </c:strCache>
            </c:strRef>
          </c:tx>
          <c:spPr>
            <a:solidFill>
              <a:srgbClr val="1A6B7C"/>
            </a:solidFill>
            <a:effectLst/>
          </c:spPr>
          <c:invertIfNegative val="0"/>
          <c:dPt>
            <c:idx val="0"/>
            <c:invertIfNegative val="0"/>
            <c:bubble3D val="0"/>
            <c:extLst>
              <c:ext xmlns:c16="http://schemas.microsoft.com/office/drawing/2014/chart" uri="{C3380CC4-5D6E-409C-BE32-E72D297353CC}">
                <c16:uniqueId val="{00000001-13E1-4A25-8BA0-755476F423BE}"/>
              </c:ext>
            </c:extLst>
          </c:dPt>
          <c:dPt>
            <c:idx val="1"/>
            <c:invertIfNegative val="0"/>
            <c:bubble3D val="0"/>
            <c:extLst>
              <c:ext xmlns:c16="http://schemas.microsoft.com/office/drawing/2014/chart" uri="{C3380CC4-5D6E-409C-BE32-E72D297353CC}">
                <c16:uniqueId val="{00000003-13E1-4A25-8BA0-755476F423BE}"/>
              </c:ext>
            </c:extLst>
          </c:dPt>
          <c:dPt>
            <c:idx val="2"/>
            <c:invertIfNegative val="0"/>
            <c:bubble3D val="0"/>
            <c:spPr>
              <a:solidFill>
                <a:srgbClr val="2D8653"/>
              </a:solidFill>
              <a:effectLst/>
            </c:spPr>
            <c:extLst>
              <c:ext xmlns:c16="http://schemas.microsoft.com/office/drawing/2014/chart" uri="{C3380CC4-5D6E-409C-BE32-E72D297353CC}">
                <c16:uniqueId val="{00000005-13E1-4A25-8BA0-755476F423BE}"/>
              </c:ext>
            </c:extLst>
          </c:dPt>
          <c:dPt>
            <c:idx val="3"/>
            <c:invertIfNegative val="0"/>
            <c:bubble3D val="0"/>
            <c:spPr>
              <a:solidFill>
                <a:srgbClr val="2D8653"/>
              </a:solidFill>
              <a:effectLst/>
            </c:spPr>
            <c:extLst>
              <c:ext xmlns:c16="http://schemas.microsoft.com/office/drawing/2014/chart" uri="{C3380CC4-5D6E-409C-BE32-E72D297353CC}">
                <c16:uniqueId val="{00000007-13E1-4A25-8BA0-755476F423BE}"/>
              </c:ext>
            </c:extLst>
          </c:dPt>
          <c:dPt>
            <c:idx val="4"/>
            <c:invertIfNegative val="0"/>
            <c:bubble3D val="0"/>
            <c:spPr>
              <a:solidFill>
                <a:srgbClr val="2D8653"/>
              </a:solidFill>
              <a:effectLst/>
            </c:spPr>
            <c:extLst>
              <c:ext xmlns:c16="http://schemas.microsoft.com/office/drawing/2014/chart" uri="{C3380CC4-5D6E-409C-BE32-E72D297353CC}">
                <c16:uniqueId val="{00000009-13E1-4A25-8BA0-755476F423BE}"/>
              </c:ext>
            </c:extLst>
          </c:dPt>
          <c:dPt>
            <c:idx val="5"/>
            <c:invertIfNegative val="0"/>
            <c:bubble3D val="0"/>
            <c:spPr>
              <a:solidFill>
                <a:srgbClr val="E07B39"/>
              </a:solidFill>
              <a:effectLst/>
            </c:spPr>
            <c:extLst>
              <c:ext xmlns:c16="http://schemas.microsoft.com/office/drawing/2014/chart" uri="{C3380CC4-5D6E-409C-BE32-E72D297353CC}">
                <c16:uniqueId val="{0000000B-13E1-4A25-8BA0-755476F423BE}"/>
              </c:ext>
            </c:extLst>
          </c:dPt>
          <c:dPt>
            <c:idx val="6"/>
            <c:invertIfNegative val="0"/>
            <c:bubble3D val="0"/>
            <c:spPr>
              <a:solidFill>
                <a:srgbClr val="E07B39"/>
              </a:solidFill>
              <a:effectLst/>
            </c:spPr>
            <c:extLst>
              <c:ext xmlns:c16="http://schemas.microsoft.com/office/drawing/2014/chart" uri="{C3380CC4-5D6E-409C-BE32-E72D297353CC}">
                <c16:uniqueId val="{0000000D-13E1-4A25-8BA0-755476F423BE}"/>
              </c:ext>
            </c:extLst>
          </c:dPt>
          <c:dPt>
            <c:idx val="7"/>
            <c:invertIfNegative val="0"/>
            <c:bubble3D val="0"/>
            <c:spPr>
              <a:solidFill>
                <a:srgbClr val="C0392B"/>
              </a:solidFill>
              <a:effectLst/>
            </c:spPr>
            <c:extLst>
              <c:ext xmlns:c16="http://schemas.microsoft.com/office/drawing/2014/chart" uri="{C3380CC4-5D6E-409C-BE32-E72D297353CC}">
                <c16:uniqueId val="{0000000F-13E1-4A25-8BA0-755476F423BE}"/>
              </c:ext>
            </c:extLst>
          </c:dPt>
          <c:dPt>
            <c:idx val="8"/>
            <c:invertIfNegative val="0"/>
            <c:bubble3D val="0"/>
            <c:spPr>
              <a:solidFill>
                <a:srgbClr val="C0392B"/>
              </a:solidFill>
              <a:effectLst/>
            </c:spPr>
            <c:extLst>
              <c:ext xmlns:c16="http://schemas.microsoft.com/office/drawing/2014/chart" uri="{C3380CC4-5D6E-409C-BE32-E72D297353CC}">
                <c16:uniqueId val="{00000011-13E1-4A25-8BA0-755476F423BE}"/>
              </c:ext>
            </c:extLst>
          </c:dPt>
          <c:dPt>
            <c:idx val="9"/>
            <c:invertIfNegative val="0"/>
            <c:bubble3D val="0"/>
            <c:spPr>
              <a:solidFill>
                <a:srgbClr val="C0392B"/>
              </a:solidFill>
              <a:effectLst/>
            </c:spPr>
            <c:extLst>
              <c:ext xmlns:c16="http://schemas.microsoft.com/office/drawing/2014/chart" uri="{C3380CC4-5D6E-409C-BE32-E72D297353CC}">
                <c16:uniqueId val="{00000013-13E1-4A25-8BA0-755476F423BE}"/>
              </c:ext>
            </c:extLst>
          </c:dPt>
          <c:dPt>
            <c:idx val="10"/>
            <c:invertIfNegative val="0"/>
            <c:bubble3D val="0"/>
            <c:spPr>
              <a:solidFill>
                <a:srgbClr val="64748B"/>
              </a:solidFill>
              <a:effectLst/>
            </c:spPr>
            <c:extLst>
              <c:ext xmlns:c16="http://schemas.microsoft.com/office/drawing/2014/chart" uri="{C3380CC4-5D6E-409C-BE32-E72D297353CC}">
                <c16:uniqueId val="{00000015-13E1-4A25-8BA0-755476F423BE}"/>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Compliance &amp; Audit</c:v>
                </c:pt>
                <c:pt idx="1">
                  <c:v>Incident Response</c:v>
                </c:pt>
                <c:pt idx="2">
                  <c:v>Renewal &amp; Retention</c:v>
                </c:pt>
                <c:pt idx="3">
                  <c:v>Integration &amp; Backup</c:v>
                </c:pt>
                <c:pt idx="4">
                  <c:v>Product Planning</c:v>
                </c:pt>
                <c:pt idx="5">
                  <c:v>Threat Detection</c:v>
                </c:pt>
                <c:pt idx="6">
                  <c:v>Product Feedback &amp; Strategy</c:v>
                </c:pt>
                <c:pt idx="7">
                  <c:v>Identity &amp; Access</c:v>
                </c:pt>
                <c:pt idx="8">
                  <c:v>Onboarding &amp; Adoption</c:v>
                </c:pt>
                <c:pt idx="9">
                  <c:v>Billing &amp; Licensing</c:v>
                </c:pt>
                <c:pt idx="10">
                  <c:v>Team Sync</c:v>
                </c:pt>
              </c:strCache>
            </c:strRef>
          </c:cat>
          <c:val>
            <c:numRef>
              <c:f>Sheet1!$B$2:$B$12</c:f>
              <c:numCache>
                <c:formatCode>General</c:formatCode>
                <c:ptCount val="11"/>
                <c:pt idx="0">
                  <c:v>68</c:v>
                </c:pt>
                <c:pt idx="1">
                  <c:v>55</c:v>
                </c:pt>
                <c:pt idx="2">
                  <c:v>41</c:v>
                </c:pt>
                <c:pt idx="3">
                  <c:v>36</c:v>
                </c:pt>
                <c:pt idx="4">
                  <c:v>37</c:v>
                </c:pt>
                <c:pt idx="5">
                  <c:v>34</c:v>
                </c:pt>
                <c:pt idx="6">
                  <c:v>24</c:v>
                </c:pt>
                <c:pt idx="7">
                  <c:v>23</c:v>
                </c:pt>
                <c:pt idx="8">
                  <c:v>14</c:v>
                </c:pt>
                <c:pt idx="9">
                  <c:v>13</c:v>
                </c:pt>
                <c:pt idx="10">
                  <c:v>10</c:v>
                </c:pt>
              </c:numCache>
            </c:numRef>
          </c:val>
          <c:extLst>
            <c:ext xmlns:c16="http://schemas.microsoft.com/office/drawing/2014/chart" uri="{C3380CC4-5D6E-409C-BE32-E72D297353CC}">
              <c16:uniqueId val="{00000016-13E1-4A25-8BA0-755476F423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6B7C"/>
                </a:solidFill>
                <a:latin typeface="Arial"/>
              </a:defRPr>
            </a:pPr>
            <a:r>
              <a:rPr lang="en-US" sz="1200" b="0" i="0" u="none" strike="noStrike">
                <a:solidFill>
                  <a:srgbClr val="1A6B7C"/>
                </a:solidFill>
                <a:latin typeface="Arial"/>
              </a:rPr>
              <a:t>External Calls</a:t>
            </a:r>
          </a:p>
        </c:rich>
      </c:tx>
      <c:overlay val="0"/>
    </c:title>
    <c:autoTitleDeleted val="0"/>
    <c:plotArea>
      <c:layout/>
      <c:barChart>
        <c:barDir val="col"/>
        <c:grouping val="clustered"/>
        <c:varyColors val="0"/>
        <c:ser>
          <c:idx val="0"/>
          <c:order val="0"/>
          <c:tx>
            <c:strRef>
              <c:f>Sheet1!$B$1</c:f>
              <c:strCache>
                <c:ptCount val="1"/>
                <c:pt idx="0">
                  <c:v>External</c:v>
                </c:pt>
              </c:strCache>
            </c:strRef>
          </c:tx>
          <c:spPr>
            <a:solidFill>
              <a:srgbClr val="1A6B7C"/>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Compliance
&amp; Audit</c:v>
                </c:pt>
                <c:pt idx="1">
                  <c:v>Renewal &amp;
Retention</c:v>
                </c:pt>
                <c:pt idx="2">
                  <c:v>Incident
Response</c:v>
                </c:pt>
                <c:pt idx="3">
                  <c:v>Integration
&amp; Backup</c:v>
                </c:pt>
              </c:strCache>
            </c:strRef>
          </c:cat>
          <c:val>
            <c:numRef>
              <c:f>Sheet1!$B$2:$B$5</c:f>
              <c:numCache>
                <c:formatCode>General</c:formatCode>
                <c:ptCount val="4"/>
                <c:pt idx="0">
                  <c:v>34</c:v>
                </c:pt>
                <c:pt idx="1">
                  <c:v>23</c:v>
                </c:pt>
                <c:pt idx="2">
                  <c:v>19</c:v>
                </c:pt>
                <c:pt idx="3">
                  <c:v>17</c:v>
                </c:pt>
              </c:numCache>
            </c:numRef>
          </c:val>
          <c:extLst>
            <c:ext xmlns:c16="http://schemas.microsoft.com/office/drawing/2014/chart" uri="{C3380CC4-5D6E-409C-BE32-E72D297353CC}">
              <c16:uniqueId val="{00000000-5173-4C54-8B60-F2A99AEBFC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D8653"/>
                </a:solidFill>
                <a:latin typeface="Arial"/>
              </a:defRPr>
            </a:pPr>
            <a:r>
              <a:rPr lang="en-US" sz="1200" b="0" i="0" u="none" strike="noStrike">
                <a:solidFill>
                  <a:srgbClr val="2D8653"/>
                </a:solidFill>
                <a:latin typeface="Arial"/>
              </a:rPr>
              <a:t>Internal Calls</a:t>
            </a:r>
          </a:p>
        </c:rich>
      </c:tx>
      <c:overlay val="0"/>
    </c:title>
    <c:autoTitleDeleted val="0"/>
    <c:plotArea>
      <c:layout/>
      <c:barChart>
        <c:barDir val="col"/>
        <c:grouping val="clustered"/>
        <c:varyColors val="0"/>
        <c:ser>
          <c:idx val="0"/>
          <c:order val="0"/>
          <c:tx>
            <c:strRef>
              <c:f>Sheet1!$B$1</c:f>
              <c:strCache>
                <c:ptCount val="1"/>
                <c:pt idx="0">
                  <c:v>Internal</c:v>
                </c:pt>
              </c:strCache>
            </c:strRef>
          </c:tx>
          <c:spPr>
            <a:solidFill>
              <a:srgbClr val="2D8653"/>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Product
Planning</c:v>
                </c:pt>
                <c:pt idx="1">
                  <c:v>Compliance
&amp; Audit</c:v>
                </c:pt>
                <c:pt idx="2">
                  <c:v>Incident
Response</c:v>
                </c:pt>
                <c:pt idx="3">
                  <c:v>Threat
Detection</c:v>
                </c:pt>
              </c:strCache>
            </c:strRef>
          </c:cat>
          <c:val>
            <c:numRef>
              <c:f>Sheet1!$B$2:$B$5</c:f>
              <c:numCache>
                <c:formatCode>General</c:formatCode>
                <c:ptCount val="4"/>
                <c:pt idx="0">
                  <c:v>21</c:v>
                </c:pt>
                <c:pt idx="1">
                  <c:v>18</c:v>
                </c:pt>
                <c:pt idx="2">
                  <c:v>17</c:v>
                </c:pt>
                <c:pt idx="3">
                  <c:v>11</c:v>
                </c:pt>
              </c:numCache>
            </c:numRef>
          </c:val>
          <c:extLst>
            <c:ext xmlns:c16="http://schemas.microsoft.com/office/drawing/2014/chart" uri="{C3380CC4-5D6E-409C-BE32-E72D297353CC}">
              <c16:uniqueId val="{00000000-3DD0-433C-81C5-EA37FCAE2FC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C0392B"/>
                </a:solidFill>
                <a:latin typeface="Arial"/>
              </a:defRPr>
            </a:pPr>
            <a:r>
              <a:rPr lang="en-US" sz="1200" b="0" i="0" u="none" strike="noStrike">
                <a:solidFill>
                  <a:srgbClr val="C0392B"/>
                </a:solidFill>
                <a:latin typeface="Arial"/>
              </a:rPr>
              <a:t>Support Cases</a:t>
            </a:r>
          </a:p>
        </c:rich>
      </c:tx>
      <c:overlay val="0"/>
    </c:title>
    <c:autoTitleDeleted val="0"/>
    <c:plotArea>
      <c:layout/>
      <c:barChart>
        <c:barDir val="col"/>
        <c:grouping val="clustered"/>
        <c:varyColors val="0"/>
        <c:ser>
          <c:idx val="0"/>
          <c:order val="0"/>
          <c:tx>
            <c:strRef>
              <c:f>Sheet1!$B$1</c:f>
              <c:strCache>
                <c:ptCount val="1"/>
                <c:pt idx="0">
                  <c:v>Support</c:v>
                </c:pt>
              </c:strCache>
            </c:strRef>
          </c:tx>
          <c:spPr>
            <a:solidFill>
              <a:srgbClr val="C0392B"/>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Incident
Response</c:v>
                </c:pt>
                <c:pt idx="1">
                  <c:v>Compliance
&amp; Audit</c:v>
                </c:pt>
                <c:pt idx="2">
                  <c:v>Threat
Detection</c:v>
                </c:pt>
                <c:pt idx="3">
                  <c:v>Integration
&amp; Backup</c:v>
                </c:pt>
              </c:strCache>
            </c:strRef>
          </c:cat>
          <c:val>
            <c:numRef>
              <c:f>Sheet1!$B$2:$B$5</c:f>
              <c:numCache>
                <c:formatCode>General</c:formatCode>
                <c:ptCount val="4"/>
                <c:pt idx="0">
                  <c:v>19</c:v>
                </c:pt>
                <c:pt idx="1">
                  <c:v>16</c:v>
                </c:pt>
                <c:pt idx="2">
                  <c:v>13</c:v>
                </c:pt>
                <c:pt idx="3">
                  <c:v>12</c:v>
                </c:pt>
              </c:numCache>
            </c:numRef>
          </c:val>
          <c:extLst>
            <c:ext xmlns:c16="http://schemas.microsoft.com/office/drawing/2014/chart" uri="{C3380CC4-5D6E-409C-BE32-E72D297353CC}">
              <c16:uniqueId val="{00000000-C650-4713-BCB9-2A56A9FDF7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Avg Sentiment Score (1–5)</a:t>
            </a:r>
          </a:p>
        </c:rich>
      </c:tx>
      <c:overlay val="0"/>
    </c:title>
    <c:autoTitleDeleted val="0"/>
    <c:plotArea>
      <c:layout/>
      <c:barChart>
        <c:barDir val="col"/>
        <c:grouping val="clustered"/>
        <c:varyColors val="0"/>
        <c:ser>
          <c:idx val="0"/>
          <c:order val="0"/>
          <c:tx>
            <c:strRef>
              <c:f>Sheet1!$B$1</c:f>
              <c:strCache>
                <c:ptCount val="1"/>
                <c:pt idx="0">
                  <c:v>Avg Sentiment</c:v>
                </c:pt>
              </c:strCache>
            </c:strRef>
          </c:tx>
          <c:spPr>
            <a:solidFill>
              <a:srgbClr val="1A6B7C"/>
            </a:solidFill>
            <a:effectLst/>
          </c:spPr>
          <c:invertIfNegative val="0"/>
          <c:dPt>
            <c:idx val="0"/>
            <c:invertIfNegative val="0"/>
            <c:bubble3D val="0"/>
            <c:extLst>
              <c:ext xmlns:c16="http://schemas.microsoft.com/office/drawing/2014/chart" uri="{C3380CC4-5D6E-409C-BE32-E72D297353CC}">
                <c16:uniqueId val="{00000001-524A-41A8-BCEC-C0D2F0FD9003}"/>
              </c:ext>
            </c:extLst>
          </c:dPt>
          <c:dPt>
            <c:idx val="1"/>
            <c:invertIfNegative val="0"/>
            <c:bubble3D val="0"/>
            <c:spPr>
              <a:solidFill>
                <a:srgbClr val="2D8653"/>
              </a:solidFill>
              <a:effectLst/>
            </c:spPr>
            <c:extLst>
              <c:ext xmlns:c16="http://schemas.microsoft.com/office/drawing/2014/chart" uri="{C3380CC4-5D6E-409C-BE32-E72D297353CC}">
                <c16:uniqueId val="{00000003-524A-41A8-BCEC-C0D2F0FD9003}"/>
              </c:ext>
            </c:extLst>
          </c:dPt>
          <c:dPt>
            <c:idx val="2"/>
            <c:invertIfNegative val="0"/>
            <c:bubble3D val="0"/>
            <c:spPr>
              <a:solidFill>
                <a:srgbClr val="C0392B"/>
              </a:solidFill>
              <a:effectLst/>
            </c:spPr>
            <c:extLst>
              <c:ext xmlns:c16="http://schemas.microsoft.com/office/drawing/2014/chart" uri="{C3380CC4-5D6E-409C-BE32-E72D297353CC}">
                <c16:uniqueId val="{00000005-524A-41A8-BCEC-C0D2F0FD9003}"/>
              </c:ext>
            </c:extLst>
          </c:dPt>
          <c:dLbls>
            <c:numFmt formatCode="#,##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External</c:v>
                </c:pt>
                <c:pt idx="1">
                  <c:v>Internal</c:v>
                </c:pt>
                <c:pt idx="2">
                  <c:v>Support</c:v>
                </c:pt>
              </c:strCache>
            </c:strRef>
          </c:cat>
          <c:val>
            <c:numRef>
              <c:f>Sheet1!$B$2:$B$4</c:f>
              <c:numCache>
                <c:formatCode>General</c:formatCode>
                <c:ptCount val="3"/>
                <c:pt idx="0">
                  <c:v>3.9</c:v>
                </c:pt>
                <c:pt idx="1">
                  <c:v>3.48</c:v>
                </c:pt>
                <c:pt idx="2">
                  <c:v>2.77</c:v>
                </c:pt>
              </c:numCache>
            </c:numRef>
          </c:val>
          <c:extLst>
            <c:ext xmlns:c16="http://schemas.microsoft.com/office/drawing/2014/chart" uri="{C3380CC4-5D6E-409C-BE32-E72D297353CC}">
              <c16:uniqueId val="{00000006-524A-41A8-BCEC-C0D2F0FD900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Sentiment</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E0DE-4545-8993-8D623A45375C}"/>
              </c:ext>
            </c:extLst>
          </c:dPt>
          <c:dPt>
            <c:idx val="1"/>
            <c:invertIfNegative val="0"/>
            <c:bubble3D val="0"/>
            <c:extLst>
              <c:ext xmlns:c16="http://schemas.microsoft.com/office/drawing/2014/chart" uri="{C3380CC4-5D6E-409C-BE32-E72D297353CC}">
                <c16:uniqueId val="{00000003-E0DE-4545-8993-8D623A45375C}"/>
              </c:ext>
            </c:extLst>
          </c:dPt>
          <c:dPt>
            <c:idx val="2"/>
            <c:invertIfNegative val="0"/>
            <c:bubble3D val="0"/>
            <c:spPr>
              <a:solidFill>
                <a:srgbClr val="E07B39"/>
              </a:solidFill>
              <a:effectLst/>
            </c:spPr>
            <c:extLst>
              <c:ext xmlns:c16="http://schemas.microsoft.com/office/drawing/2014/chart" uri="{C3380CC4-5D6E-409C-BE32-E72D297353CC}">
                <c16:uniqueId val="{00000005-E0DE-4545-8993-8D623A45375C}"/>
              </c:ext>
            </c:extLst>
          </c:dPt>
          <c:dPt>
            <c:idx val="3"/>
            <c:invertIfNegative val="0"/>
            <c:bubble3D val="0"/>
            <c:spPr>
              <a:solidFill>
                <a:srgbClr val="E07B39"/>
              </a:solidFill>
              <a:effectLst/>
            </c:spPr>
            <c:extLst>
              <c:ext xmlns:c16="http://schemas.microsoft.com/office/drawing/2014/chart" uri="{C3380CC4-5D6E-409C-BE32-E72D297353CC}">
                <c16:uniqueId val="{00000007-E0DE-4545-8993-8D623A45375C}"/>
              </c:ext>
            </c:extLst>
          </c:dPt>
          <c:dPt>
            <c:idx val="4"/>
            <c:invertIfNegative val="0"/>
            <c:bubble3D val="0"/>
            <c:spPr>
              <a:solidFill>
                <a:srgbClr val="E07B39"/>
              </a:solidFill>
              <a:effectLst/>
            </c:spPr>
            <c:extLst>
              <c:ext xmlns:c16="http://schemas.microsoft.com/office/drawing/2014/chart" uri="{C3380CC4-5D6E-409C-BE32-E72D297353CC}">
                <c16:uniqueId val="{00000009-E0DE-4545-8993-8D623A45375C}"/>
              </c:ext>
            </c:extLst>
          </c:dPt>
          <c:dPt>
            <c:idx val="5"/>
            <c:invertIfNegative val="0"/>
            <c:bubble3D val="0"/>
            <c:spPr>
              <a:solidFill>
                <a:srgbClr val="1A6B7C"/>
              </a:solidFill>
              <a:effectLst/>
            </c:spPr>
            <c:extLst>
              <c:ext xmlns:c16="http://schemas.microsoft.com/office/drawing/2014/chart" uri="{C3380CC4-5D6E-409C-BE32-E72D297353CC}">
                <c16:uniqueId val="{0000000B-E0DE-4545-8993-8D623A45375C}"/>
              </c:ext>
            </c:extLst>
          </c:dPt>
          <c:dPt>
            <c:idx val="6"/>
            <c:invertIfNegative val="0"/>
            <c:bubble3D val="0"/>
            <c:spPr>
              <a:solidFill>
                <a:srgbClr val="1A6B7C"/>
              </a:solidFill>
              <a:effectLst/>
            </c:spPr>
            <c:extLst>
              <c:ext xmlns:c16="http://schemas.microsoft.com/office/drawing/2014/chart" uri="{C3380CC4-5D6E-409C-BE32-E72D297353CC}">
                <c16:uniqueId val="{0000000D-E0DE-4545-8993-8D623A45375C}"/>
              </c:ext>
            </c:extLst>
          </c:dPt>
          <c:dPt>
            <c:idx val="7"/>
            <c:invertIfNegative val="0"/>
            <c:bubble3D val="0"/>
            <c:spPr>
              <a:solidFill>
                <a:srgbClr val="2D8653"/>
              </a:solidFill>
              <a:effectLst/>
            </c:spPr>
            <c:extLst>
              <c:ext xmlns:c16="http://schemas.microsoft.com/office/drawing/2014/chart" uri="{C3380CC4-5D6E-409C-BE32-E72D297353CC}">
                <c16:uniqueId val="{0000000F-E0DE-4545-8993-8D623A45375C}"/>
              </c:ext>
            </c:extLst>
          </c:dPt>
          <c:dPt>
            <c:idx val="8"/>
            <c:invertIfNegative val="0"/>
            <c:bubble3D val="0"/>
            <c:spPr>
              <a:solidFill>
                <a:srgbClr val="2D8653"/>
              </a:solidFill>
              <a:effectLst/>
            </c:spPr>
            <c:extLst>
              <c:ext xmlns:c16="http://schemas.microsoft.com/office/drawing/2014/chart" uri="{C3380CC4-5D6E-409C-BE32-E72D297353CC}">
                <c16:uniqueId val="{00000011-E0DE-4545-8993-8D623A45375C}"/>
              </c:ext>
            </c:extLst>
          </c:dPt>
          <c:dPt>
            <c:idx val="9"/>
            <c:invertIfNegative val="0"/>
            <c:bubble3D val="0"/>
            <c:spPr>
              <a:solidFill>
                <a:srgbClr val="2D8653"/>
              </a:solidFill>
              <a:effectLst/>
            </c:spPr>
            <c:extLst>
              <c:ext xmlns:c16="http://schemas.microsoft.com/office/drawing/2014/chart" uri="{C3380CC4-5D6E-409C-BE32-E72D297353CC}">
                <c16:uniqueId val="{00000013-E0DE-4545-8993-8D623A45375C}"/>
              </c:ext>
            </c:extLst>
          </c:dPt>
          <c:dPt>
            <c:idx val="10"/>
            <c:invertIfNegative val="0"/>
            <c:bubble3D val="0"/>
            <c:spPr>
              <a:solidFill>
                <a:srgbClr val="2D8653"/>
              </a:solidFill>
              <a:effectLst/>
            </c:spPr>
            <c:extLst>
              <c:ext xmlns:c16="http://schemas.microsoft.com/office/drawing/2014/chart" uri="{C3380CC4-5D6E-409C-BE32-E72D297353CC}">
                <c16:uniqueId val="{00000015-E0DE-4545-8993-8D623A45375C}"/>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Billing &amp; Licensing</c:v>
                </c:pt>
                <c:pt idx="1">
                  <c:v>Incident Response</c:v>
                </c:pt>
                <c:pt idx="2">
                  <c:v>Renewal &amp; Retention</c:v>
                </c:pt>
                <c:pt idx="3">
                  <c:v>Identity &amp; Access</c:v>
                </c:pt>
                <c:pt idx="4">
                  <c:v>Threat Detection</c:v>
                </c:pt>
                <c:pt idx="5">
                  <c:v>Integration &amp; Backup</c:v>
                </c:pt>
                <c:pt idx="6">
                  <c:v>Onboarding &amp; Adoption</c:v>
                </c:pt>
                <c:pt idx="7">
                  <c:v>Team Sync</c:v>
                </c:pt>
                <c:pt idx="8">
                  <c:v>Product Planning</c:v>
                </c:pt>
                <c:pt idx="9">
                  <c:v>Product Feedback &amp; Strategy</c:v>
                </c:pt>
                <c:pt idx="10">
                  <c:v>Compliance &amp; Audit</c:v>
                </c:pt>
              </c:strCache>
            </c:strRef>
          </c:cat>
          <c:val>
            <c:numRef>
              <c:f>Sheet1!$B$2:$B$12</c:f>
              <c:numCache>
                <c:formatCode>General</c:formatCode>
                <c:ptCount val="11"/>
                <c:pt idx="0">
                  <c:v>2.71</c:v>
                </c:pt>
                <c:pt idx="1">
                  <c:v>2.82</c:v>
                </c:pt>
                <c:pt idx="2">
                  <c:v>3.12</c:v>
                </c:pt>
                <c:pt idx="3">
                  <c:v>3.22</c:v>
                </c:pt>
                <c:pt idx="4">
                  <c:v>3.35</c:v>
                </c:pt>
                <c:pt idx="5">
                  <c:v>3.43</c:v>
                </c:pt>
                <c:pt idx="6">
                  <c:v>3.64</c:v>
                </c:pt>
                <c:pt idx="7">
                  <c:v>3.7</c:v>
                </c:pt>
                <c:pt idx="8">
                  <c:v>3.77</c:v>
                </c:pt>
                <c:pt idx="9">
                  <c:v>3.89</c:v>
                </c:pt>
                <c:pt idx="10">
                  <c:v>3.94</c:v>
                </c:pt>
              </c:numCache>
            </c:numRef>
          </c:val>
          <c:extLst>
            <c:ext xmlns:c16="http://schemas.microsoft.com/office/drawing/2014/chart" uri="{C3380CC4-5D6E-409C-BE32-E72D297353CC}">
              <c16:uniqueId val="{00000016-E0DE-4545-8993-8D623A45375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Avg Speakers per Call</a:t>
            </a:r>
          </a:p>
        </c:rich>
      </c:tx>
      <c:overlay val="0"/>
    </c:title>
    <c:autoTitleDeleted val="0"/>
    <c:plotArea>
      <c:layout/>
      <c:barChart>
        <c:barDir val="col"/>
        <c:grouping val="clustered"/>
        <c:varyColors val="0"/>
        <c:ser>
          <c:idx val="0"/>
          <c:order val="0"/>
          <c:tx>
            <c:strRef>
              <c:f>Sheet1!$B$1</c:f>
              <c:strCache>
                <c:ptCount val="1"/>
                <c:pt idx="0">
                  <c:v>Avg Speakers</c:v>
                </c:pt>
              </c:strCache>
            </c:strRef>
          </c:tx>
          <c:spPr>
            <a:solidFill>
              <a:srgbClr val="1A6B7C"/>
            </a:solidFill>
            <a:effectLst/>
          </c:spPr>
          <c:invertIfNegative val="0"/>
          <c:dPt>
            <c:idx val="0"/>
            <c:invertIfNegative val="0"/>
            <c:bubble3D val="0"/>
            <c:extLst>
              <c:ext xmlns:c16="http://schemas.microsoft.com/office/drawing/2014/chart" uri="{C3380CC4-5D6E-409C-BE32-E72D297353CC}">
                <c16:uniqueId val="{00000001-736C-43BE-8026-0A2136884907}"/>
              </c:ext>
            </c:extLst>
          </c:dPt>
          <c:dPt>
            <c:idx val="1"/>
            <c:invertIfNegative val="0"/>
            <c:bubble3D val="0"/>
            <c:spPr>
              <a:solidFill>
                <a:srgbClr val="2D8653"/>
              </a:solidFill>
              <a:effectLst/>
            </c:spPr>
            <c:extLst>
              <c:ext xmlns:c16="http://schemas.microsoft.com/office/drawing/2014/chart" uri="{C3380CC4-5D6E-409C-BE32-E72D297353CC}">
                <c16:uniqueId val="{00000003-736C-43BE-8026-0A2136884907}"/>
              </c:ext>
            </c:extLst>
          </c:dPt>
          <c:dPt>
            <c:idx val="2"/>
            <c:invertIfNegative val="0"/>
            <c:bubble3D val="0"/>
            <c:spPr>
              <a:solidFill>
                <a:srgbClr val="C0392B"/>
              </a:solidFill>
              <a:effectLst/>
            </c:spPr>
            <c:extLst>
              <c:ext xmlns:c16="http://schemas.microsoft.com/office/drawing/2014/chart" uri="{C3380CC4-5D6E-409C-BE32-E72D297353CC}">
                <c16:uniqueId val="{00000005-736C-43BE-8026-0A2136884907}"/>
              </c:ext>
            </c:extLst>
          </c:dPt>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External</c:v>
                </c:pt>
                <c:pt idx="1">
                  <c:v>Internal</c:v>
                </c:pt>
                <c:pt idx="2">
                  <c:v>Support</c:v>
                </c:pt>
              </c:strCache>
            </c:strRef>
          </c:cat>
          <c:val>
            <c:numRef>
              <c:f>Sheet1!$B$2:$B$4</c:f>
              <c:numCache>
                <c:formatCode>General</c:formatCode>
                <c:ptCount val="3"/>
                <c:pt idx="0">
                  <c:v>3.1</c:v>
                </c:pt>
                <c:pt idx="1">
                  <c:v>3.7</c:v>
                </c:pt>
                <c:pt idx="2">
                  <c:v>2.2000000000000002</c:v>
                </c:pt>
              </c:numCache>
            </c:numRef>
          </c:val>
          <c:extLst>
            <c:ext xmlns:c16="http://schemas.microsoft.com/office/drawing/2014/chart" uri="{C3380CC4-5D6E-409C-BE32-E72D297353CC}">
              <c16:uniqueId val="{00000006-736C-43BE-8026-0A213688490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191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1</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2</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3</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4</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5</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6</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7</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8</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9</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10</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11</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12</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13</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Arial" panose="020B0604020202020204" pitchFamily="34" charset="0"/>
              </a:rPr>
              <a:t>14</a:t>
            </a:fld>
            <a:endParaRPr lang="en-US">
              <a:latin typeface="Arial" panose="020B0604020202020204" pitchFamily="34" charset="0"/>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26163514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7106790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6687732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83C951-4553-41E9-BFFA-19C428DDBB1C}"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61523237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83C951-4553-41E9-BFFA-19C428DDBB1C}"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173641131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83C951-4553-41E9-BFFA-19C428DDBB1C}"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7607717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83C951-4553-41E9-BFFA-19C428DDBB1C}"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259257956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583C951-4553-41E9-BFFA-19C428DDBB1C}"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22422444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583C951-4553-41E9-BFFA-19C428DDBB1C}"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8956933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223331252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42460571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205974732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5783885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39784013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2537313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83C951-4553-41E9-BFFA-19C428DDBB1C}"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5258D4-47D6-42B8-BBDA-59782B68DC45}" type="slidenum">
              <a:rPr lang="en-US" smtClean="0"/>
              <a:t>‹#›</a:t>
            </a:fld>
            <a:endParaRPr lang="en-US"/>
          </a:p>
        </p:txBody>
      </p:sp>
    </p:spTree>
    <p:extLst>
      <p:ext uri="{BB962C8B-B14F-4D97-AF65-F5344CB8AC3E}">
        <p14:creationId xmlns:p14="http://schemas.microsoft.com/office/powerpoint/2010/main" val="412500087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6669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3583C951-4553-41E9-BFFA-19C428DDBB1C}" type="datetimeFigureOut">
              <a:rPr lang="en-US" smtClean="0"/>
              <a:t>5/8/2026</a:t>
            </a:fld>
            <a:endParaRPr lang="en-US"/>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2A5258D4-47D6-42B8-BBDA-59782B68DC45}" type="slidenum">
              <a:rPr lang="en-US" smtClean="0"/>
              <a:t>‹#›</a:t>
            </a:fld>
            <a:endParaRPr lang="en-US"/>
          </a:p>
        </p:txBody>
      </p:sp>
    </p:spTree>
    <p:extLst>
      <p:ext uri="{BB962C8B-B14F-4D97-AF65-F5344CB8AC3E}">
        <p14:creationId xmlns:p14="http://schemas.microsoft.com/office/powerpoint/2010/main" val="333708424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solidFill>
        <a:effectLst/>
      </p:bgPr>
    </p:bg>
    <p:spTree>
      <p:nvGrpSpPr>
        <p:cNvPr id="1" name=""/>
        <p:cNvGrpSpPr/>
        <p:nvPr/>
      </p:nvGrpSpPr>
      <p:grpSpPr>
        <a:xfrm>
          <a:off x="0" y="0"/>
          <a:ext cx="0" cy="0"/>
          <a:chOff x="0" y="0"/>
          <a:chExt cx="0" cy="0"/>
        </a:xfrm>
      </p:grpSpPr>
      <p:sp>
        <p:nvSpPr>
          <p:cNvPr id="3" name="Text 1"/>
          <p:cNvSpPr/>
          <p:nvPr/>
        </p:nvSpPr>
        <p:spPr>
          <a:xfrm>
            <a:off x="457200" y="1371600"/>
            <a:ext cx="8229600" cy="914400"/>
          </a:xfrm>
          <a:prstGeom prst="rect">
            <a:avLst/>
          </a:prstGeom>
          <a:noFill/>
          <a:ln/>
        </p:spPr>
        <p:txBody>
          <a:bodyPr wrap="square" lIns="0" tIns="0" rIns="0" bIns="0" rtlCol="0" anchor="ctr"/>
          <a:lstStyle/>
          <a:p>
            <a:pPr marL="0" indent="0">
              <a:buNone/>
            </a:pPr>
            <a:r>
              <a:rPr lang="en-US" sz="4400" b="1" dirty="0">
                <a:latin typeface="Arial" panose="020B0604020202020204" pitchFamily="34" charset="0"/>
                <a:ea typeface="Calibri" pitchFamily="34" charset="-122"/>
                <a:cs typeface="Arial" panose="020B0604020202020204" pitchFamily="34" charset="0"/>
              </a:rPr>
              <a:t>Transcript Intelligence</a:t>
            </a:r>
            <a:endParaRPr lang="en-US" sz="4400" dirty="0">
              <a:latin typeface="Arial" panose="020B0604020202020204" pitchFamily="34" charset="0"/>
            </a:endParaRPr>
          </a:p>
        </p:txBody>
      </p:sp>
      <p:sp>
        <p:nvSpPr>
          <p:cNvPr id="4" name="Text 2"/>
          <p:cNvSpPr/>
          <p:nvPr/>
        </p:nvSpPr>
        <p:spPr>
          <a:xfrm>
            <a:off x="457200" y="2331720"/>
            <a:ext cx="8229600" cy="548640"/>
          </a:xfrm>
          <a:prstGeom prst="rect">
            <a:avLst/>
          </a:prstGeom>
          <a:noFill/>
          <a:ln/>
        </p:spPr>
        <p:txBody>
          <a:bodyPr wrap="square" lIns="0" tIns="0" rIns="0" bIns="0" rtlCol="0" anchor="ctr"/>
          <a:lstStyle/>
          <a:p>
            <a:pPr marL="0" indent="0">
              <a:buNone/>
            </a:pPr>
            <a:r>
              <a:rPr lang="en-US" sz="2800" dirty="0">
                <a:latin typeface="Arial" panose="020B0604020202020204" pitchFamily="34" charset="0"/>
                <a:ea typeface="Calibri" pitchFamily="34" charset="-122"/>
                <a:cs typeface="Arial" panose="020B0604020202020204" pitchFamily="34" charset="0"/>
              </a:rPr>
              <a:t>Data Findings &amp; Insights</a:t>
            </a:r>
            <a:endParaRPr lang="en-US" sz="2800" dirty="0">
              <a:latin typeface="Arial" panose="020B0604020202020204" pitchFamily="34" charset="0"/>
            </a:endParaRPr>
          </a:p>
        </p:txBody>
      </p:sp>
      <p:sp>
        <p:nvSpPr>
          <p:cNvPr id="5" name="Text 3"/>
          <p:cNvSpPr/>
          <p:nvPr/>
        </p:nvSpPr>
        <p:spPr>
          <a:xfrm>
            <a:off x="457200" y="3017520"/>
            <a:ext cx="8229600" cy="365760"/>
          </a:xfrm>
          <a:prstGeom prst="rect">
            <a:avLst/>
          </a:prstGeom>
          <a:noFill/>
          <a:ln/>
        </p:spPr>
        <p:txBody>
          <a:bodyPr wrap="square" lIns="0" tIns="0" rIns="0" bIns="0" rtlCol="0" anchor="ctr"/>
          <a:lstStyle/>
          <a:p>
            <a:r>
              <a:rPr lang="en-US" sz="1400" i="1" dirty="0">
                <a:latin typeface="Arial" panose="020B0604020202020204" pitchFamily="34" charset="0"/>
                <a:cs typeface="Arial" panose="020B0604020202020204" pitchFamily="34" charset="0"/>
              </a:rPr>
              <a:t>An analysis of 100 calls across external, internal, and support conversations.</a:t>
            </a:r>
          </a:p>
        </p:txBody>
      </p:sp>
      <p:sp>
        <p:nvSpPr>
          <p:cNvPr id="6" name="Shape 4"/>
          <p:cNvSpPr/>
          <p:nvPr/>
        </p:nvSpPr>
        <p:spPr>
          <a:xfrm>
            <a:off x="457200" y="3794760"/>
            <a:ext cx="164592" cy="164592"/>
          </a:xfrm>
          <a:prstGeom prst="ellipse">
            <a:avLst/>
          </a:prstGeom>
          <a:solidFill>
            <a:srgbClr val="1A6B7C"/>
          </a:solidFill>
          <a:ln w="12700">
            <a:solidFill>
              <a:srgbClr val="1A6B7C"/>
            </a:solidFill>
            <a:prstDash val="solid"/>
          </a:ln>
        </p:spPr>
      </p:sp>
      <p:sp>
        <p:nvSpPr>
          <p:cNvPr id="7" name="Text 5"/>
          <p:cNvSpPr/>
          <p:nvPr/>
        </p:nvSpPr>
        <p:spPr>
          <a:xfrm>
            <a:off x="694944" y="3767328"/>
            <a:ext cx="1920240" cy="22860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39 External</a:t>
            </a:r>
            <a:endParaRPr lang="en-US" sz="1200" dirty="0">
              <a:latin typeface="Arial" panose="020B0604020202020204" pitchFamily="34" charset="0"/>
            </a:endParaRPr>
          </a:p>
        </p:txBody>
      </p:sp>
      <p:sp>
        <p:nvSpPr>
          <p:cNvPr id="8" name="Shape 6"/>
          <p:cNvSpPr/>
          <p:nvPr/>
        </p:nvSpPr>
        <p:spPr>
          <a:xfrm>
            <a:off x="2743200" y="3794760"/>
            <a:ext cx="164592" cy="164592"/>
          </a:xfrm>
          <a:prstGeom prst="ellipse">
            <a:avLst/>
          </a:prstGeom>
          <a:solidFill>
            <a:srgbClr val="2D8653"/>
          </a:solidFill>
          <a:ln w="12700">
            <a:solidFill>
              <a:srgbClr val="2D8653"/>
            </a:solidFill>
            <a:prstDash val="solid"/>
          </a:ln>
        </p:spPr>
      </p:sp>
      <p:sp>
        <p:nvSpPr>
          <p:cNvPr id="9" name="Text 7"/>
          <p:cNvSpPr/>
          <p:nvPr/>
        </p:nvSpPr>
        <p:spPr>
          <a:xfrm>
            <a:off x="2980944" y="3767328"/>
            <a:ext cx="1920240" cy="22860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29 Internal</a:t>
            </a:r>
            <a:endParaRPr lang="en-US" sz="1200" dirty="0">
              <a:latin typeface="Arial" panose="020B0604020202020204" pitchFamily="34" charset="0"/>
            </a:endParaRPr>
          </a:p>
        </p:txBody>
      </p:sp>
      <p:sp>
        <p:nvSpPr>
          <p:cNvPr id="10" name="Shape 8"/>
          <p:cNvSpPr/>
          <p:nvPr/>
        </p:nvSpPr>
        <p:spPr>
          <a:xfrm>
            <a:off x="5029200" y="3794760"/>
            <a:ext cx="164592" cy="164592"/>
          </a:xfrm>
          <a:prstGeom prst="ellipse">
            <a:avLst/>
          </a:prstGeom>
          <a:solidFill>
            <a:srgbClr val="C0392B"/>
          </a:solidFill>
          <a:ln w="12700">
            <a:solidFill>
              <a:srgbClr val="C0392B"/>
            </a:solidFill>
            <a:prstDash val="solid"/>
          </a:ln>
        </p:spPr>
      </p:sp>
      <p:sp>
        <p:nvSpPr>
          <p:cNvPr id="11" name="Text 9"/>
          <p:cNvSpPr/>
          <p:nvPr/>
        </p:nvSpPr>
        <p:spPr>
          <a:xfrm>
            <a:off x="5266944" y="3767328"/>
            <a:ext cx="1920240" cy="22860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32 Support</a:t>
            </a:r>
            <a:endParaRPr lang="en-US" sz="1200" dirty="0">
              <a:latin typeface="Arial" panose="020B0604020202020204" pitchFamily="34" charset="0"/>
            </a:endParaRPr>
          </a:p>
        </p:txBody>
      </p:sp>
      <p:sp>
        <p:nvSpPr>
          <p:cNvPr id="12" name="Text 10"/>
          <p:cNvSpPr/>
          <p:nvPr/>
        </p:nvSpPr>
        <p:spPr>
          <a:xfrm>
            <a:off x="457200" y="4709160"/>
            <a:ext cx="4572000" cy="228600"/>
          </a:xfrm>
          <a:prstGeom prst="rect">
            <a:avLst/>
          </a:prstGeom>
          <a:noFill/>
          <a:ln/>
        </p:spPr>
        <p:txBody>
          <a:bodyPr wrap="square" lIns="0" tIns="0" rIns="0" bIns="0" rtlCol="0" anchor="ctr"/>
          <a:lstStyle/>
          <a:p>
            <a:pPr marL="0" indent="0">
              <a:buNone/>
            </a:pPr>
            <a:r>
              <a:rPr lang="en-US" sz="1000" i="1" dirty="0">
                <a:latin typeface="Arial" panose="020B0604020202020204" pitchFamily="34" charset="0"/>
                <a:ea typeface="Calibri" pitchFamily="34" charset="-122"/>
                <a:cs typeface="Arial" panose="020B0604020202020204" pitchFamily="34" charset="0"/>
              </a:rPr>
              <a:t>AegisCloud · May 2026</a:t>
            </a:r>
            <a:endParaRPr lang="en-US" sz="1000"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What We'll Cover</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Four areas of analysis across 100 sampled calls</a:t>
            </a:r>
            <a:endParaRPr lang="en-US" sz="1200" dirty="0">
              <a:latin typeface="Arial" panose="020B0604020202020204" pitchFamily="34" charset="0"/>
            </a:endParaRPr>
          </a:p>
        </p:txBody>
      </p:sp>
      <p:sp>
        <p:nvSpPr>
          <p:cNvPr id="5" name="Shape 3"/>
          <p:cNvSpPr/>
          <p:nvPr/>
        </p:nvSpPr>
        <p:spPr>
          <a:xfrm>
            <a:off x="457200" y="1325880"/>
            <a:ext cx="8229600" cy="713232"/>
          </a:xfrm>
          <a:prstGeom prst="rect">
            <a:avLst/>
          </a:prstGeom>
          <a:solidFill>
            <a:schemeClr val="bg1"/>
          </a:solidFill>
          <a:ln w="12700">
            <a:solidFill>
              <a:schemeClr val="tx1"/>
            </a:solidFill>
            <a:prstDash val="solid"/>
          </a:ln>
          <a:effectLst>
            <a:outerShdw blurRad="101600" dist="38100" dir="8100000" algn="bl" rotWithShape="0">
              <a:srgbClr val="000000">
                <a:alpha val="12000"/>
              </a:srgbClr>
            </a:outerShdw>
          </a:effectLst>
        </p:spPr>
      </p:sp>
      <p:sp>
        <p:nvSpPr>
          <p:cNvPr id="7" name="Text 5"/>
          <p:cNvSpPr/>
          <p:nvPr/>
        </p:nvSpPr>
        <p:spPr>
          <a:xfrm>
            <a:off x="685800" y="1435608"/>
            <a:ext cx="502920" cy="457200"/>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01</a:t>
            </a:r>
            <a:endParaRPr lang="en-US" sz="2200" dirty="0">
              <a:latin typeface="Arial" panose="020B0604020202020204" pitchFamily="34" charset="0"/>
            </a:endParaRPr>
          </a:p>
        </p:txBody>
      </p:sp>
      <p:sp>
        <p:nvSpPr>
          <p:cNvPr id="8" name="Text 6"/>
          <p:cNvSpPr/>
          <p:nvPr/>
        </p:nvSpPr>
        <p:spPr>
          <a:xfrm>
            <a:off x="1325880" y="1417320"/>
            <a:ext cx="4572000" cy="27432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Dataset Overview</a:t>
            </a:r>
            <a:endParaRPr lang="en-US" sz="1500" dirty="0">
              <a:latin typeface="Arial" panose="020B0604020202020204" pitchFamily="34" charset="0"/>
            </a:endParaRPr>
          </a:p>
        </p:txBody>
      </p:sp>
      <p:sp>
        <p:nvSpPr>
          <p:cNvPr id="9" name="Text 7"/>
          <p:cNvSpPr/>
          <p:nvPr/>
        </p:nvSpPr>
        <p:spPr>
          <a:xfrm>
            <a:off x="1325880" y="1709928"/>
            <a:ext cx="6858000" cy="228600"/>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Understanding call types, volume, and structure.</a:t>
            </a:r>
          </a:p>
        </p:txBody>
      </p:sp>
      <p:sp>
        <p:nvSpPr>
          <p:cNvPr id="10" name="Shape 8"/>
          <p:cNvSpPr/>
          <p:nvPr/>
        </p:nvSpPr>
        <p:spPr>
          <a:xfrm>
            <a:off x="457200" y="2194560"/>
            <a:ext cx="8229600" cy="713232"/>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685800" y="2304288"/>
            <a:ext cx="502920" cy="457200"/>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02</a:t>
            </a:r>
            <a:endParaRPr lang="en-US" sz="2200" dirty="0">
              <a:latin typeface="Arial" panose="020B0604020202020204" pitchFamily="34" charset="0"/>
            </a:endParaRPr>
          </a:p>
        </p:txBody>
      </p:sp>
      <p:sp>
        <p:nvSpPr>
          <p:cNvPr id="13" name="Text 11"/>
          <p:cNvSpPr/>
          <p:nvPr/>
        </p:nvSpPr>
        <p:spPr>
          <a:xfrm>
            <a:off x="1325880" y="2286000"/>
            <a:ext cx="4572000" cy="27432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Theme Categorization</a:t>
            </a:r>
            <a:endParaRPr lang="en-US" sz="1500" dirty="0">
              <a:latin typeface="Arial" panose="020B0604020202020204" pitchFamily="34" charset="0"/>
            </a:endParaRPr>
          </a:p>
        </p:txBody>
      </p:sp>
      <p:sp>
        <p:nvSpPr>
          <p:cNvPr id="14" name="Text 12"/>
          <p:cNvSpPr/>
          <p:nvPr/>
        </p:nvSpPr>
        <p:spPr>
          <a:xfrm>
            <a:off x="1325880" y="2578608"/>
            <a:ext cx="6858000" cy="228600"/>
          </a:xfrm>
          <a:prstGeom prst="rect">
            <a:avLst/>
          </a:prstGeom>
          <a:noFill/>
          <a:ln/>
        </p:spPr>
        <p:txBody>
          <a:bodyPr wrap="square" lIns="0" tIns="0" rIns="0" bIns="0" rtlCol="0" anchor="ctr"/>
          <a:lstStyle/>
          <a:p>
            <a:r>
              <a:rPr lang="en-US" sz="1100" dirty="0"/>
              <a:t>Identifying how conversations group together and why those themes matter.</a:t>
            </a:r>
            <a:endParaRPr lang="en-US" sz="1100" dirty="0">
              <a:latin typeface="Arial" panose="020B0604020202020204" pitchFamily="34" charset="0"/>
            </a:endParaRPr>
          </a:p>
        </p:txBody>
      </p:sp>
      <p:sp>
        <p:nvSpPr>
          <p:cNvPr id="15" name="Shape 13"/>
          <p:cNvSpPr/>
          <p:nvPr/>
        </p:nvSpPr>
        <p:spPr>
          <a:xfrm>
            <a:off x="457200" y="3063240"/>
            <a:ext cx="8229600" cy="713232"/>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17" name="Text 15"/>
          <p:cNvSpPr/>
          <p:nvPr/>
        </p:nvSpPr>
        <p:spPr>
          <a:xfrm>
            <a:off x="685800" y="3172968"/>
            <a:ext cx="502920" cy="457200"/>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03</a:t>
            </a:r>
            <a:endParaRPr lang="en-US" sz="2200" dirty="0">
              <a:latin typeface="Arial" panose="020B0604020202020204" pitchFamily="34" charset="0"/>
            </a:endParaRPr>
          </a:p>
        </p:txBody>
      </p:sp>
      <p:sp>
        <p:nvSpPr>
          <p:cNvPr id="18" name="Text 16"/>
          <p:cNvSpPr/>
          <p:nvPr/>
        </p:nvSpPr>
        <p:spPr>
          <a:xfrm>
            <a:off x="1325880" y="3154680"/>
            <a:ext cx="4572000" cy="27432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Sentiment Analysis</a:t>
            </a:r>
            <a:endParaRPr lang="en-US" sz="1500" dirty="0">
              <a:latin typeface="Arial" panose="020B0604020202020204" pitchFamily="34" charset="0"/>
            </a:endParaRPr>
          </a:p>
        </p:txBody>
      </p:sp>
      <p:sp>
        <p:nvSpPr>
          <p:cNvPr id="19" name="Text 17"/>
          <p:cNvSpPr/>
          <p:nvPr/>
        </p:nvSpPr>
        <p:spPr>
          <a:xfrm>
            <a:off x="1325880" y="3447288"/>
            <a:ext cx="6858000" cy="228600"/>
          </a:xfrm>
          <a:prstGeom prst="rect">
            <a:avLst/>
          </a:prstGeom>
          <a:noFill/>
          <a:ln/>
        </p:spPr>
        <p:txBody>
          <a:bodyPr wrap="square" lIns="0" tIns="0" rIns="0" bIns="0" rtlCol="0" anchor="ctr"/>
          <a:lstStyle/>
          <a:p>
            <a:r>
              <a:rPr lang="en-US" sz="1100" dirty="0"/>
              <a:t>Reviewing sentiment trends by call type, topic, and risk level.</a:t>
            </a:r>
            <a:endParaRPr lang="en-US" sz="1100" dirty="0">
              <a:latin typeface="Arial" panose="020B0604020202020204" pitchFamily="34" charset="0"/>
            </a:endParaRPr>
          </a:p>
        </p:txBody>
      </p:sp>
      <p:sp>
        <p:nvSpPr>
          <p:cNvPr id="20" name="Shape 18"/>
          <p:cNvSpPr/>
          <p:nvPr/>
        </p:nvSpPr>
        <p:spPr>
          <a:xfrm>
            <a:off x="457200" y="3931920"/>
            <a:ext cx="8229600" cy="713232"/>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22" name="Text 20"/>
          <p:cNvSpPr/>
          <p:nvPr/>
        </p:nvSpPr>
        <p:spPr>
          <a:xfrm>
            <a:off x="685800" y="4041648"/>
            <a:ext cx="502920" cy="457200"/>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04</a:t>
            </a:r>
            <a:endParaRPr lang="en-US" sz="2200" dirty="0">
              <a:latin typeface="Arial" panose="020B0604020202020204" pitchFamily="34" charset="0"/>
            </a:endParaRPr>
          </a:p>
        </p:txBody>
      </p:sp>
      <p:sp>
        <p:nvSpPr>
          <p:cNvPr id="23" name="Text 21"/>
          <p:cNvSpPr/>
          <p:nvPr/>
        </p:nvSpPr>
        <p:spPr>
          <a:xfrm>
            <a:off x="1325880" y="4023360"/>
            <a:ext cx="4572000" cy="27432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Bonus Insights</a:t>
            </a:r>
            <a:endParaRPr lang="en-US" sz="1500" dirty="0">
              <a:latin typeface="Arial" panose="020B0604020202020204" pitchFamily="34" charset="0"/>
            </a:endParaRPr>
          </a:p>
        </p:txBody>
      </p:sp>
      <p:sp>
        <p:nvSpPr>
          <p:cNvPr id="24" name="Text 22"/>
          <p:cNvSpPr/>
          <p:nvPr/>
        </p:nvSpPr>
        <p:spPr>
          <a:xfrm>
            <a:off x="1325880" y="4315968"/>
            <a:ext cx="6858000" cy="228600"/>
          </a:xfrm>
          <a:prstGeom prst="rect">
            <a:avLst/>
          </a:prstGeom>
          <a:noFill/>
          <a:ln/>
        </p:spPr>
        <p:txBody>
          <a:bodyPr wrap="square" lIns="0" tIns="0" rIns="0" bIns="0" rtlCol="0" anchor="ctr"/>
          <a:lstStyle/>
          <a:p>
            <a:r>
              <a:rPr lang="en-US" sz="1100" dirty="0"/>
              <a:t>Exploring churn signals, escalation trends, and conversation dynamics.</a:t>
            </a:r>
            <a:endParaRPr lang="en-US" sz="1100" dirty="0">
              <a:latin typeface="Arial" panose="020B0604020202020204" pitchFamily="34" charset="0"/>
            </a:endParaRPr>
          </a:p>
        </p:txBody>
      </p:sp>
      <p:sp>
        <p:nvSpPr>
          <p:cNvPr id="4" name="Shape 2">
            <a:extLst>
              <a:ext uri="{FF2B5EF4-FFF2-40B4-BE49-F238E27FC236}">
                <a16:creationId xmlns:a16="http://schemas.microsoft.com/office/drawing/2014/main" id="{545D9090-60D7-F189-76DE-7C4E6D6C5AD7}"/>
              </a:ext>
            </a:extLst>
          </p:cNvPr>
          <p:cNvSpPr/>
          <p:nvPr/>
        </p:nvSpPr>
        <p:spPr>
          <a:xfrm>
            <a:off x="457200" y="1115568"/>
            <a:ext cx="8229600" cy="27432"/>
          </a:xfrm>
          <a:prstGeom prst="rect">
            <a:avLst/>
          </a:prstGeom>
          <a:solidFill>
            <a:srgbClr val="E2E8F0"/>
          </a:solidFill>
          <a:ln w="12700">
            <a:solidFill>
              <a:srgbClr val="E2E8F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Dataset Overview</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Reviewed 100 calls spread across three business functions, giving a balanced and highly informative dataset.</a:t>
            </a:r>
          </a:p>
        </p:txBody>
      </p:sp>
      <p:sp>
        <p:nvSpPr>
          <p:cNvPr id="5" name="Shape 3"/>
          <p:cNvSpPr/>
          <p:nvPr/>
        </p:nvSpPr>
        <p:spPr>
          <a:xfrm>
            <a:off x="457200" y="1325880"/>
            <a:ext cx="2194560" cy="1054463"/>
          </a:xfrm>
          <a:prstGeom prst="rect">
            <a:avLst/>
          </a:prstGeom>
          <a:solidFill>
            <a:srgbClr val="1A6B7C">
              <a:alpha val="67000"/>
            </a:srgbClr>
          </a:solidFill>
          <a:ln w="12700">
            <a:solidFill>
              <a:srgbClr val="1A6B7C"/>
            </a:solidFill>
            <a:prstDash val="solid"/>
          </a:ln>
          <a:effectLst>
            <a:outerShdw blurRad="101600" dist="38100" dir="8100000" algn="bl" rotWithShape="0">
              <a:srgbClr val="000000">
                <a:alpha val="12000"/>
              </a:srgbClr>
            </a:outerShdw>
          </a:effectLst>
        </p:spPr>
      </p:sp>
      <p:sp>
        <p:nvSpPr>
          <p:cNvPr id="6" name="Text 4"/>
          <p:cNvSpPr/>
          <p:nvPr/>
        </p:nvSpPr>
        <p:spPr>
          <a:xfrm>
            <a:off x="274320" y="1258968"/>
            <a:ext cx="2560320" cy="704088"/>
          </a:xfrm>
          <a:prstGeom prst="rect">
            <a:avLst/>
          </a:prstGeom>
          <a:noFill/>
          <a:ln/>
        </p:spPr>
        <p:txBody>
          <a:bodyPr wrap="square" lIns="0" tIns="0" rIns="0" bIns="0" rtlCol="0" anchor="ctr"/>
          <a:lstStyle/>
          <a:p>
            <a:pPr marL="0" indent="0" algn="ctr">
              <a:buNone/>
            </a:pPr>
            <a:r>
              <a:rPr lang="en-US" sz="2800" b="1" dirty="0">
                <a:solidFill>
                  <a:schemeClr val="bg1"/>
                </a:solidFill>
                <a:latin typeface="Arial" panose="020B0604020202020204" pitchFamily="34" charset="0"/>
                <a:ea typeface="Calibri" pitchFamily="34" charset="-122"/>
                <a:cs typeface="Arial" panose="020B0604020202020204" pitchFamily="34" charset="0"/>
              </a:rPr>
              <a:t>39</a:t>
            </a:r>
            <a:endParaRPr lang="en-US" sz="3200" dirty="0">
              <a:solidFill>
                <a:schemeClr val="bg1"/>
              </a:solidFill>
              <a:latin typeface="Arial" panose="020B0604020202020204" pitchFamily="34" charset="0"/>
            </a:endParaRPr>
          </a:p>
        </p:txBody>
      </p:sp>
      <p:sp>
        <p:nvSpPr>
          <p:cNvPr id="7" name="Text 5"/>
          <p:cNvSpPr/>
          <p:nvPr/>
        </p:nvSpPr>
        <p:spPr>
          <a:xfrm>
            <a:off x="297180" y="1806925"/>
            <a:ext cx="2560320" cy="486461"/>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External Calls</a:t>
            </a:r>
            <a:endParaRPr lang="en-US" sz="1000" dirty="0">
              <a:solidFill>
                <a:schemeClr val="bg1"/>
              </a:solidFill>
              <a:latin typeface="Arial" panose="020B0604020202020204" pitchFamily="34" charset="0"/>
            </a:endParaRPr>
          </a:p>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(Customer facing)</a:t>
            </a:r>
            <a:endParaRPr lang="en-US" sz="1000" dirty="0">
              <a:solidFill>
                <a:schemeClr val="bg1"/>
              </a:solidFill>
              <a:latin typeface="Arial" panose="020B0604020202020204" pitchFamily="34" charset="0"/>
            </a:endParaRPr>
          </a:p>
        </p:txBody>
      </p:sp>
      <p:sp>
        <p:nvSpPr>
          <p:cNvPr id="8" name="Shape 6"/>
          <p:cNvSpPr/>
          <p:nvPr/>
        </p:nvSpPr>
        <p:spPr>
          <a:xfrm>
            <a:off x="3291840" y="1325880"/>
            <a:ext cx="2368731" cy="1054462"/>
          </a:xfrm>
          <a:prstGeom prst="rect">
            <a:avLst/>
          </a:prstGeom>
          <a:solidFill>
            <a:srgbClr val="2D8653">
              <a:alpha val="67000"/>
            </a:srgbClr>
          </a:solidFill>
          <a:ln w="12700">
            <a:solidFill>
              <a:srgbClr val="2D8653"/>
            </a:solidFill>
            <a:prstDash val="solid"/>
          </a:ln>
          <a:effectLst>
            <a:outerShdw blurRad="101600" dist="38100" dir="8100000" algn="bl" rotWithShape="0">
              <a:srgbClr val="000000">
                <a:alpha val="12000"/>
              </a:srgbClr>
            </a:outerShdw>
          </a:effectLst>
        </p:spPr>
      </p:sp>
      <p:sp>
        <p:nvSpPr>
          <p:cNvPr id="9" name="Text 7"/>
          <p:cNvSpPr/>
          <p:nvPr/>
        </p:nvSpPr>
        <p:spPr>
          <a:xfrm>
            <a:off x="3268980" y="1266168"/>
            <a:ext cx="2560320" cy="704088"/>
          </a:xfrm>
          <a:prstGeom prst="rect">
            <a:avLst/>
          </a:prstGeom>
          <a:noFill/>
          <a:ln/>
        </p:spPr>
        <p:txBody>
          <a:bodyPr wrap="square" lIns="0" tIns="0" rIns="0" bIns="0" rtlCol="0" anchor="ctr"/>
          <a:lstStyle/>
          <a:p>
            <a:pPr marL="0" indent="0" algn="ctr">
              <a:buNone/>
            </a:pPr>
            <a:r>
              <a:rPr lang="en-US" sz="3200" b="1" dirty="0">
                <a:solidFill>
                  <a:schemeClr val="bg1"/>
                </a:solidFill>
                <a:latin typeface="Arial" panose="020B0604020202020204" pitchFamily="34" charset="0"/>
                <a:ea typeface="Calibri" pitchFamily="34" charset="-122"/>
                <a:cs typeface="Arial" panose="020B0604020202020204" pitchFamily="34" charset="0"/>
              </a:rPr>
              <a:t>29</a:t>
            </a:r>
            <a:endParaRPr lang="en-US" sz="3600" dirty="0">
              <a:solidFill>
                <a:schemeClr val="bg1"/>
              </a:solidFill>
              <a:latin typeface="Arial" panose="020B0604020202020204" pitchFamily="34" charset="0"/>
            </a:endParaRPr>
          </a:p>
        </p:txBody>
      </p:sp>
      <p:sp>
        <p:nvSpPr>
          <p:cNvPr id="10" name="Text 8"/>
          <p:cNvSpPr/>
          <p:nvPr/>
        </p:nvSpPr>
        <p:spPr>
          <a:xfrm>
            <a:off x="3268980" y="1825142"/>
            <a:ext cx="2560320" cy="486461"/>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Internal Calls</a:t>
            </a:r>
            <a:endParaRPr lang="en-US" sz="1000" dirty="0">
              <a:solidFill>
                <a:schemeClr val="bg1"/>
              </a:solidFill>
              <a:latin typeface="Arial" panose="020B0604020202020204" pitchFamily="34" charset="0"/>
            </a:endParaRPr>
          </a:p>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(Engineering &amp; Strategy)</a:t>
            </a:r>
            <a:endParaRPr lang="en-US" sz="1000" dirty="0">
              <a:solidFill>
                <a:schemeClr val="bg1"/>
              </a:solidFill>
              <a:latin typeface="Arial" panose="020B0604020202020204" pitchFamily="34" charset="0"/>
            </a:endParaRPr>
          </a:p>
        </p:txBody>
      </p:sp>
      <p:sp>
        <p:nvSpPr>
          <p:cNvPr id="11" name="Shape 9"/>
          <p:cNvSpPr/>
          <p:nvPr/>
        </p:nvSpPr>
        <p:spPr>
          <a:xfrm>
            <a:off x="6267268" y="1325880"/>
            <a:ext cx="2419532" cy="1054461"/>
          </a:xfrm>
          <a:prstGeom prst="rect">
            <a:avLst/>
          </a:prstGeom>
          <a:solidFill>
            <a:srgbClr val="C0392B">
              <a:alpha val="92000"/>
            </a:srgbClr>
          </a:solidFill>
          <a:ln w="12700">
            <a:solidFill>
              <a:srgbClr val="C0392B"/>
            </a:solidFill>
            <a:prstDash val="solid"/>
          </a:ln>
          <a:effectLst>
            <a:outerShdw blurRad="101600" dist="38100" dir="8100000" algn="bl" rotWithShape="0">
              <a:srgbClr val="000000">
                <a:alpha val="12000"/>
              </a:srgbClr>
            </a:outerShdw>
          </a:effectLst>
        </p:spPr>
      </p:sp>
      <p:sp>
        <p:nvSpPr>
          <p:cNvPr id="12" name="Text 10"/>
          <p:cNvSpPr/>
          <p:nvPr/>
        </p:nvSpPr>
        <p:spPr>
          <a:xfrm>
            <a:off x="6196874" y="1245255"/>
            <a:ext cx="2560320" cy="70408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anose="020B0604020202020204" pitchFamily="34" charset="0"/>
                <a:ea typeface="Calibri" pitchFamily="34" charset="-122"/>
                <a:cs typeface="Arial" panose="020B0604020202020204" pitchFamily="34" charset="0"/>
              </a:rPr>
              <a:t>32</a:t>
            </a:r>
            <a:endParaRPr lang="en-US" sz="2400" dirty="0">
              <a:solidFill>
                <a:schemeClr val="bg1"/>
              </a:solidFill>
              <a:latin typeface="Arial" panose="020B0604020202020204" pitchFamily="34" charset="0"/>
            </a:endParaRPr>
          </a:p>
        </p:txBody>
      </p:sp>
      <p:sp>
        <p:nvSpPr>
          <p:cNvPr id="13" name="Text 11"/>
          <p:cNvSpPr/>
          <p:nvPr/>
        </p:nvSpPr>
        <p:spPr>
          <a:xfrm>
            <a:off x="6196874" y="1785067"/>
            <a:ext cx="2560320" cy="486461"/>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Support Cases</a:t>
            </a:r>
            <a:endParaRPr lang="en-US" sz="1000" dirty="0">
              <a:solidFill>
                <a:schemeClr val="bg1"/>
              </a:solidFill>
              <a:latin typeface="Arial" panose="020B0604020202020204" pitchFamily="34" charset="0"/>
            </a:endParaRPr>
          </a:p>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(Customer Issues)</a:t>
            </a:r>
            <a:endParaRPr lang="en-US" sz="1000" dirty="0">
              <a:solidFill>
                <a:schemeClr val="bg1"/>
              </a:solidFill>
              <a:latin typeface="Arial" panose="020B0604020202020204" pitchFamily="34" charset="0"/>
            </a:endParaRPr>
          </a:p>
        </p:txBody>
      </p:sp>
      <p:sp>
        <p:nvSpPr>
          <p:cNvPr id="14" name="Shape 12"/>
          <p:cNvSpPr/>
          <p:nvPr/>
        </p:nvSpPr>
        <p:spPr>
          <a:xfrm>
            <a:off x="457200" y="2743200"/>
            <a:ext cx="196596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5" name="Text 13"/>
          <p:cNvSpPr/>
          <p:nvPr/>
        </p:nvSpPr>
        <p:spPr>
          <a:xfrm>
            <a:off x="457200" y="2926080"/>
            <a:ext cx="1965960" cy="457200"/>
          </a:xfrm>
          <a:prstGeom prst="rect">
            <a:avLst/>
          </a:prstGeom>
          <a:noFill/>
          <a:ln/>
        </p:spPr>
        <p:txBody>
          <a:bodyPr wrap="square" lIns="0" tIns="0" rIns="0" bIns="0" rtlCol="0" anchor="ctr"/>
          <a:lstStyle/>
          <a:p>
            <a:pPr marL="0" indent="0" algn="ctr">
              <a:buNone/>
            </a:pPr>
            <a:r>
              <a:rPr lang="en-US" sz="2200" b="1" dirty="0">
                <a:latin typeface="Arial" panose="020B0604020202020204" pitchFamily="34" charset="0"/>
                <a:ea typeface="Calibri" pitchFamily="34" charset="-122"/>
                <a:cs typeface="Arial" panose="020B0604020202020204" pitchFamily="34" charset="0"/>
              </a:rPr>
              <a:t>~31 min</a:t>
            </a:r>
            <a:endParaRPr lang="en-US" sz="2200" dirty="0">
              <a:latin typeface="Arial" panose="020B0604020202020204" pitchFamily="34" charset="0"/>
            </a:endParaRPr>
          </a:p>
        </p:txBody>
      </p:sp>
      <p:sp>
        <p:nvSpPr>
          <p:cNvPr id="16" name="Text 14"/>
          <p:cNvSpPr/>
          <p:nvPr/>
        </p:nvSpPr>
        <p:spPr>
          <a:xfrm>
            <a:off x="457200" y="3401568"/>
            <a:ext cx="1965960" cy="347472"/>
          </a:xfrm>
          <a:prstGeom prst="rect">
            <a:avLst/>
          </a:prstGeom>
          <a:noFill/>
          <a:ln/>
        </p:spPr>
        <p:txBody>
          <a:bodyPr wrap="square" lIns="0" tIns="0" rIns="0" bIns="0" rtlCol="0" anchor="ctr"/>
          <a:lstStyle/>
          <a:p>
            <a:pPr marL="0" indent="0" algn="ctr">
              <a:buNone/>
            </a:pPr>
            <a:r>
              <a:rPr lang="en-US" sz="1000" dirty="0">
                <a:latin typeface="Arial" panose="020B0604020202020204" pitchFamily="34" charset="0"/>
                <a:ea typeface="Calibri" pitchFamily="34" charset="-122"/>
                <a:cs typeface="Arial" panose="020B0604020202020204" pitchFamily="34" charset="0"/>
              </a:rPr>
              <a:t>Avg call duration</a:t>
            </a:r>
            <a:endParaRPr lang="en-US" sz="1000" dirty="0">
              <a:latin typeface="Arial" panose="020B0604020202020204" pitchFamily="34" charset="0"/>
            </a:endParaRPr>
          </a:p>
        </p:txBody>
      </p:sp>
      <p:sp>
        <p:nvSpPr>
          <p:cNvPr id="17" name="Shape 15"/>
          <p:cNvSpPr/>
          <p:nvPr/>
        </p:nvSpPr>
        <p:spPr>
          <a:xfrm>
            <a:off x="2651760" y="2738294"/>
            <a:ext cx="196596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8" name="Text 16"/>
          <p:cNvSpPr/>
          <p:nvPr/>
        </p:nvSpPr>
        <p:spPr>
          <a:xfrm>
            <a:off x="2651760" y="2926080"/>
            <a:ext cx="1965960" cy="457200"/>
          </a:xfrm>
          <a:prstGeom prst="rect">
            <a:avLst/>
          </a:prstGeom>
          <a:noFill/>
          <a:ln/>
        </p:spPr>
        <p:txBody>
          <a:bodyPr wrap="square" lIns="0" tIns="0" rIns="0" bIns="0" rtlCol="0" anchor="ctr"/>
          <a:lstStyle/>
          <a:p>
            <a:pPr marL="0" indent="0" algn="ctr">
              <a:buNone/>
            </a:pPr>
            <a:r>
              <a:rPr lang="en-US" sz="2200" b="1" dirty="0">
                <a:latin typeface="Arial" panose="020B0604020202020204" pitchFamily="34" charset="0"/>
                <a:ea typeface="Calibri" pitchFamily="34" charset="-122"/>
                <a:cs typeface="Arial" panose="020B0604020202020204" pitchFamily="34" charset="0"/>
              </a:rPr>
              <a:t>3.4 / 5</a:t>
            </a:r>
            <a:endParaRPr lang="en-US" sz="2200" dirty="0">
              <a:latin typeface="Arial" panose="020B0604020202020204" pitchFamily="34" charset="0"/>
            </a:endParaRPr>
          </a:p>
        </p:txBody>
      </p:sp>
      <p:sp>
        <p:nvSpPr>
          <p:cNvPr id="19" name="Text 17"/>
          <p:cNvSpPr/>
          <p:nvPr/>
        </p:nvSpPr>
        <p:spPr>
          <a:xfrm>
            <a:off x="2651760" y="3401568"/>
            <a:ext cx="1965960" cy="347472"/>
          </a:xfrm>
          <a:prstGeom prst="rect">
            <a:avLst/>
          </a:prstGeom>
          <a:noFill/>
          <a:ln/>
        </p:spPr>
        <p:txBody>
          <a:bodyPr wrap="square" lIns="0" tIns="0" rIns="0" bIns="0" rtlCol="0" anchor="ctr"/>
          <a:lstStyle/>
          <a:p>
            <a:pPr marL="0" indent="0" algn="ctr">
              <a:buNone/>
            </a:pPr>
            <a:r>
              <a:rPr lang="en-US" sz="1000" dirty="0">
                <a:latin typeface="Arial" panose="020B0604020202020204" pitchFamily="34" charset="0"/>
                <a:ea typeface="Calibri" pitchFamily="34" charset="-122"/>
                <a:cs typeface="Arial" panose="020B0604020202020204" pitchFamily="34" charset="0"/>
              </a:rPr>
              <a:t>Avg sentiment score</a:t>
            </a:r>
            <a:endParaRPr lang="en-US" sz="1000" dirty="0">
              <a:latin typeface="Arial" panose="020B0604020202020204" pitchFamily="34" charset="0"/>
            </a:endParaRPr>
          </a:p>
        </p:txBody>
      </p:sp>
      <p:sp>
        <p:nvSpPr>
          <p:cNvPr id="20" name="Shape 18"/>
          <p:cNvSpPr/>
          <p:nvPr/>
        </p:nvSpPr>
        <p:spPr>
          <a:xfrm>
            <a:off x="4846320" y="2746567"/>
            <a:ext cx="1965960" cy="1002473"/>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Text 19"/>
          <p:cNvSpPr/>
          <p:nvPr/>
        </p:nvSpPr>
        <p:spPr>
          <a:xfrm>
            <a:off x="4846320" y="2926080"/>
            <a:ext cx="1965960" cy="457200"/>
          </a:xfrm>
          <a:prstGeom prst="rect">
            <a:avLst/>
          </a:prstGeom>
          <a:noFill/>
          <a:ln/>
        </p:spPr>
        <p:txBody>
          <a:bodyPr wrap="square" lIns="0" tIns="0" rIns="0" bIns="0" rtlCol="0" anchor="ctr"/>
          <a:lstStyle/>
          <a:p>
            <a:pPr marL="0" indent="0" algn="ctr">
              <a:buNone/>
            </a:pPr>
            <a:r>
              <a:rPr lang="en-US" sz="2200" b="1" dirty="0">
                <a:latin typeface="Arial" panose="020B0604020202020204" pitchFamily="34" charset="0"/>
                <a:ea typeface="Calibri" pitchFamily="34" charset="-122"/>
                <a:cs typeface="Arial" panose="020B0604020202020204" pitchFamily="34" charset="0"/>
              </a:rPr>
              <a:t>~4</a:t>
            </a:r>
            <a:endParaRPr lang="en-US" sz="2200" dirty="0">
              <a:latin typeface="Arial" panose="020B0604020202020204" pitchFamily="34" charset="0"/>
            </a:endParaRPr>
          </a:p>
        </p:txBody>
      </p:sp>
      <p:sp>
        <p:nvSpPr>
          <p:cNvPr id="22" name="Text 20"/>
          <p:cNvSpPr/>
          <p:nvPr/>
        </p:nvSpPr>
        <p:spPr>
          <a:xfrm>
            <a:off x="4960620" y="3379173"/>
            <a:ext cx="1965960" cy="347472"/>
          </a:xfrm>
          <a:prstGeom prst="rect">
            <a:avLst/>
          </a:prstGeom>
          <a:noFill/>
          <a:ln/>
        </p:spPr>
        <p:txBody>
          <a:bodyPr wrap="square" lIns="0" tIns="0" rIns="0" bIns="0" rtlCol="0" anchor="ctr"/>
          <a:lstStyle/>
          <a:p>
            <a:pPr marL="0" indent="0" algn="ctr">
              <a:buNone/>
            </a:pPr>
            <a:r>
              <a:rPr lang="en-US" sz="1000" dirty="0">
                <a:latin typeface="Arial" panose="020B0604020202020204" pitchFamily="34" charset="0"/>
                <a:ea typeface="Calibri" pitchFamily="34" charset="-122"/>
                <a:cs typeface="Arial" panose="020B0604020202020204" pitchFamily="34" charset="0"/>
              </a:rPr>
              <a:t>Avg action items / call</a:t>
            </a:r>
            <a:endParaRPr lang="en-US" sz="1000" dirty="0">
              <a:latin typeface="Arial" panose="020B0604020202020204" pitchFamily="34" charset="0"/>
            </a:endParaRPr>
          </a:p>
        </p:txBody>
      </p:sp>
      <p:sp>
        <p:nvSpPr>
          <p:cNvPr id="23" name="Shape 21"/>
          <p:cNvSpPr/>
          <p:nvPr/>
        </p:nvSpPr>
        <p:spPr>
          <a:xfrm>
            <a:off x="7040880" y="2730715"/>
            <a:ext cx="1965960" cy="10241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4" name="Text 22"/>
          <p:cNvSpPr/>
          <p:nvPr/>
        </p:nvSpPr>
        <p:spPr>
          <a:xfrm>
            <a:off x="7040880" y="2926080"/>
            <a:ext cx="1965960" cy="457200"/>
          </a:xfrm>
          <a:prstGeom prst="rect">
            <a:avLst/>
          </a:prstGeom>
          <a:noFill/>
          <a:ln/>
        </p:spPr>
        <p:txBody>
          <a:bodyPr wrap="square" lIns="0" tIns="0" rIns="0" bIns="0" rtlCol="0" anchor="ctr"/>
          <a:lstStyle/>
          <a:p>
            <a:pPr marL="0" indent="0" algn="ctr">
              <a:buNone/>
            </a:pPr>
            <a:r>
              <a:rPr lang="en-US" sz="2200" b="1" dirty="0">
                <a:latin typeface="Arial" panose="020B0604020202020204" pitchFamily="34" charset="0"/>
                <a:ea typeface="Calibri" pitchFamily="34" charset="-122"/>
                <a:cs typeface="Arial" panose="020B0604020202020204" pitchFamily="34" charset="0"/>
              </a:rPr>
              <a:t>11</a:t>
            </a:r>
            <a:endParaRPr lang="en-US" sz="2200" dirty="0">
              <a:latin typeface="Arial" panose="020B0604020202020204" pitchFamily="34" charset="0"/>
            </a:endParaRPr>
          </a:p>
        </p:txBody>
      </p:sp>
      <p:sp>
        <p:nvSpPr>
          <p:cNvPr id="25" name="Text 23"/>
          <p:cNvSpPr/>
          <p:nvPr/>
        </p:nvSpPr>
        <p:spPr>
          <a:xfrm>
            <a:off x="7155180" y="3355848"/>
            <a:ext cx="1965960" cy="347472"/>
          </a:xfrm>
          <a:prstGeom prst="rect">
            <a:avLst/>
          </a:prstGeom>
          <a:noFill/>
          <a:ln/>
        </p:spPr>
        <p:txBody>
          <a:bodyPr wrap="square" lIns="0" tIns="0" rIns="0" bIns="0" rtlCol="0" anchor="ctr"/>
          <a:lstStyle/>
          <a:p>
            <a:pPr marL="0" indent="0" algn="ctr">
              <a:buNone/>
            </a:pPr>
            <a:r>
              <a:rPr lang="en-US" sz="1000" dirty="0">
                <a:latin typeface="Arial" panose="020B0604020202020204" pitchFamily="34" charset="0"/>
                <a:ea typeface="Calibri" pitchFamily="34" charset="-122"/>
                <a:cs typeface="Arial" panose="020B0604020202020204" pitchFamily="34" charset="0"/>
              </a:rPr>
              <a:t>Distinct themes identified</a:t>
            </a:r>
            <a:endParaRPr lang="en-US" sz="1000" dirty="0">
              <a:latin typeface="Arial" panose="020B0604020202020204" pitchFamily="34" charset="0"/>
            </a:endParaRPr>
          </a:p>
        </p:txBody>
      </p:sp>
      <p:sp>
        <p:nvSpPr>
          <p:cNvPr id="26" name="Shape 24"/>
          <p:cNvSpPr/>
          <p:nvPr/>
        </p:nvSpPr>
        <p:spPr>
          <a:xfrm>
            <a:off x="457200" y="4023360"/>
            <a:ext cx="8229600" cy="658368"/>
          </a:xfrm>
          <a:prstGeom prst="rect">
            <a:avLst/>
          </a:prstGeom>
          <a:solidFill>
            <a:schemeClr val="bg1"/>
          </a:solidFill>
          <a:ln w="12700">
            <a:solidFill>
              <a:schemeClr val="tx1"/>
            </a:solidFill>
            <a:prstDash val="solid"/>
          </a:ln>
        </p:spPr>
      </p:sp>
      <p:sp>
        <p:nvSpPr>
          <p:cNvPr id="27" name="Text 25"/>
          <p:cNvSpPr/>
          <p:nvPr/>
        </p:nvSpPr>
        <p:spPr>
          <a:xfrm>
            <a:off x="640080" y="4059936"/>
            <a:ext cx="7955280" cy="566928"/>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Each call folder included detailed metadata such as meeting information, full transcripts, speaker turns, AI generated summaries, action items, sentiment scores, and tagged key moments. This gave us a much richer dataset than raw transcript text alone.</a:t>
            </a:r>
          </a:p>
        </p:txBody>
      </p:sp>
      <p:sp>
        <p:nvSpPr>
          <p:cNvPr id="4" name="Shape 2">
            <a:extLst>
              <a:ext uri="{FF2B5EF4-FFF2-40B4-BE49-F238E27FC236}">
                <a16:creationId xmlns:a16="http://schemas.microsoft.com/office/drawing/2014/main" id="{99DAA3E1-0763-553A-7500-E3B0EB7CFBB5}"/>
              </a:ext>
            </a:extLst>
          </p:cNvPr>
          <p:cNvSpPr/>
          <p:nvPr/>
        </p:nvSpPr>
        <p:spPr>
          <a:xfrm>
            <a:off x="457200" y="1115568"/>
            <a:ext cx="8229600" cy="27432"/>
          </a:xfrm>
          <a:prstGeom prst="rect">
            <a:avLst/>
          </a:prstGeom>
          <a:solidFill>
            <a:srgbClr val="E2E8F0"/>
          </a:solidFill>
          <a:ln w="12700">
            <a:solidFill>
              <a:srgbClr val="E2E8F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600" b="1" dirty="0">
                <a:latin typeface="Arial" panose="020B0604020202020204" pitchFamily="34" charset="0"/>
                <a:ea typeface="Calibri" pitchFamily="34" charset="-122"/>
                <a:cs typeface="Arial" panose="020B0604020202020204" pitchFamily="34" charset="0"/>
              </a:rPr>
              <a:t>Theme </a:t>
            </a:r>
            <a:r>
              <a:rPr lang="en-US" sz="2400" b="1" dirty="0">
                <a:latin typeface="Arial" panose="020B0604020202020204" pitchFamily="34" charset="0"/>
                <a:ea typeface="Calibri" pitchFamily="34" charset="-122"/>
                <a:cs typeface="Arial" panose="020B0604020202020204" pitchFamily="34" charset="0"/>
              </a:rPr>
              <a:t>Categorization</a:t>
            </a:r>
            <a:r>
              <a:rPr lang="en-US" sz="2600" b="1" dirty="0">
                <a:latin typeface="Arial" panose="020B0604020202020204" pitchFamily="34" charset="0"/>
                <a:ea typeface="Calibri" pitchFamily="34" charset="-122"/>
                <a:cs typeface="Arial" panose="020B0604020202020204" pitchFamily="34" charset="0"/>
              </a:rPr>
              <a:t> — Approach</a:t>
            </a:r>
            <a:endParaRPr lang="en-US" sz="26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r>
              <a:rPr lang="en-US" sz="1200" dirty="0"/>
              <a:t>We used a hybrid approach that combined rule based logic with LLM enhanced classification.</a:t>
            </a:r>
            <a:endParaRPr lang="en-US" sz="1200" dirty="0">
              <a:latin typeface="Arial" panose="020B0604020202020204" pitchFamily="34" charset="0"/>
            </a:endParaRPr>
          </a:p>
        </p:txBody>
      </p:sp>
      <p:sp>
        <p:nvSpPr>
          <p:cNvPr id="6" name="Shape 4"/>
          <p:cNvSpPr/>
          <p:nvPr/>
        </p:nvSpPr>
        <p:spPr>
          <a:xfrm>
            <a:off x="566928" y="1581912"/>
            <a:ext cx="438912" cy="438912"/>
          </a:xfrm>
          <a:prstGeom prst="ellipse">
            <a:avLst/>
          </a:prstGeom>
          <a:ln/>
        </p:spPr>
        <p:style>
          <a:lnRef idx="2">
            <a:schemeClr val="dk1"/>
          </a:lnRef>
          <a:fillRef idx="1">
            <a:schemeClr val="lt1"/>
          </a:fillRef>
          <a:effectRef idx="0">
            <a:schemeClr val="dk1"/>
          </a:effectRef>
          <a:fontRef idx="minor">
            <a:schemeClr val="dk1"/>
          </a:fontRef>
        </p:style>
      </p:sp>
      <p:sp>
        <p:nvSpPr>
          <p:cNvPr id="7" name="Text 5"/>
          <p:cNvSpPr/>
          <p:nvPr/>
        </p:nvSpPr>
        <p:spPr>
          <a:xfrm>
            <a:off x="628178" y="1616438"/>
            <a:ext cx="316411" cy="373489"/>
          </a:xfrm>
          <a:prstGeom prst="rect">
            <a:avLst/>
          </a:prstGeom>
          <a:noFill/>
          <a:ln/>
        </p:spPr>
        <p:txBody>
          <a:bodyPr wrap="square" rtlCol="0" anchor="ctr"/>
          <a:lstStyle/>
          <a:p>
            <a:pPr marL="0" indent="0" algn="ctr">
              <a:buNone/>
            </a:pPr>
            <a:r>
              <a:rPr lang="en-US" sz="1600" b="1" dirty="0">
                <a:latin typeface="Arial" panose="020B0604020202020204" pitchFamily="34" charset="0"/>
                <a:ea typeface="Calibri" pitchFamily="34" charset="-122"/>
                <a:cs typeface="Arial" panose="020B0604020202020204" pitchFamily="34" charset="0"/>
              </a:rPr>
              <a:t>1</a:t>
            </a:r>
            <a:endParaRPr lang="en-US" sz="1600" dirty="0">
              <a:latin typeface="Arial" panose="020B0604020202020204" pitchFamily="34" charset="0"/>
            </a:endParaRPr>
          </a:p>
        </p:txBody>
      </p:sp>
      <p:sp>
        <p:nvSpPr>
          <p:cNvPr id="8" name="Text 6"/>
          <p:cNvSpPr/>
          <p:nvPr/>
        </p:nvSpPr>
        <p:spPr>
          <a:xfrm>
            <a:off x="1170432" y="1568694"/>
            <a:ext cx="7223760" cy="320040"/>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alibri" pitchFamily="34" charset="-122"/>
                <a:cs typeface="Arial" panose="020B0604020202020204" pitchFamily="34" charset="0"/>
              </a:rPr>
              <a:t>LLM Generated Topics</a:t>
            </a:r>
            <a:endParaRPr lang="en-US" sz="1400" dirty="0">
              <a:latin typeface="Arial" panose="020B0604020202020204" pitchFamily="34" charset="0"/>
            </a:endParaRPr>
          </a:p>
        </p:txBody>
      </p:sp>
      <p:sp>
        <p:nvSpPr>
          <p:cNvPr id="9" name="Text 7"/>
          <p:cNvSpPr/>
          <p:nvPr/>
        </p:nvSpPr>
        <p:spPr>
          <a:xfrm>
            <a:off x="1170432" y="1844142"/>
            <a:ext cx="7223760" cy="384048"/>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Every call already included AI generated topics such as “outage remediation” or “SOC 2 audit” inside the summary data.</a:t>
            </a:r>
          </a:p>
        </p:txBody>
      </p:sp>
      <p:sp>
        <p:nvSpPr>
          <p:cNvPr id="11" name="Shape 9"/>
          <p:cNvSpPr/>
          <p:nvPr/>
        </p:nvSpPr>
        <p:spPr>
          <a:xfrm>
            <a:off x="594360" y="2552808"/>
            <a:ext cx="438912" cy="438912"/>
          </a:xfrm>
          <a:prstGeom prst="ellipse">
            <a:avLst/>
          </a:prstGeom>
          <a:ln/>
        </p:spPr>
        <p:style>
          <a:lnRef idx="2">
            <a:schemeClr val="dk1"/>
          </a:lnRef>
          <a:fillRef idx="1">
            <a:schemeClr val="lt1"/>
          </a:fillRef>
          <a:effectRef idx="0">
            <a:schemeClr val="dk1"/>
          </a:effectRef>
          <a:fontRef idx="minor">
            <a:schemeClr val="dk1"/>
          </a:fontRef>
        </p:style>
      </p:sp>
      <p:sp>
        <p:nvSpPr>
          <p:cNvPr id="12" name="Text 10"/>
          <p:cNvSpPr/>
          <p:nvPr/>
        </p:nvSpPr>
        <p:spPr>
          <a:xfrm>
            <a:off x="594360" y="2580240"/>
            <a:ext cx="438912" cy="384047"/>
          </a:xfrm>
          <a:prstGeom prst="rect">
            <a:avLst/>
          </a:prstGeom>
          <a:noFill/>
          <a:ln/>
        </p:spPr>
        <p:txBody>
          <a:bodyPr wrap="square" rtlCol="0" anchor="ctr"/>
          <a:lstStyle/>
          <a:p>
            <a:pPr marL="0" indent="0" algn="ctr">
              <a:buNone/>
            </a:pPr>
            <a:r>
              <a:rPr lang="en-US" sz="1600" b="1" dirty="0">
                <a:latin typeface="Arial" panose="020B0604020202020204" pitchFamily="34" charset="0"/>
                <a:ea typeface="Calibri" pitchFamily="34" charset="-122"/>
                <a:cs typeface="Arial" panose="020B0604020202020204" pitchFamily="34" charset="0"/>
              </a:rPr>
              <a:t>2</a:t>
            </a:r>
            <a:endParaRPr lang="en-US" sz="1600" dirty="0">
              <a:latin typeface="Arial" panose="020B0604020202020204" pitchFamily="34" charset="0"/>
            </a:endParaRPr>
          </a:p>
        </p:txBody>
      </p:sp>
      <p:sp>
        <p:nvSpPr>
          <p:cNvPr id="13" name="Text 11"/>
          <p:cNvSpPr/>
          <p:nvPr/>
        </p:nvSpPr>
        <p:spPr>
          <a:xfrm>
            <a:off x="1170432" y="2508714"/>
            <a:ext cx="7223760" cy="320040"/>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alibri" pitchFamily="34" charset="-122"/>
                <a:cs typeface="Arial" panose="020B0604020202020204" pitchFamily="34" charset="0"/>
              </a:rPr>
              <a:t>Rule Based Mapping</a:t>
            </a:r>
            <a:endParaRPr lang="en-US" sz="1400" dirty="0">
              <a:latin typeface="Arial" panose="020B0604020202020204" pitchFamily="34" charset="0"/>
            </a:endParaRPr>
          </a:p>
        </p:txBody>
      </p:sp>
      <p:sp>
        <p:nvSpPr>
          <p:cNvPr id="14" name="Text 12"/>
          <p:cNvSpPr/>
          <p:nvPr/>
        </p:nvSpPr>
        <p:spPr>
          <a:xfrm>
            <a:off x="1170432" y="2782268"/>
            <a:ext cx="7223760" cy="384048"/>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Keywords from the topics and meeting titles were mapped into 11 business themes using deterministic rules. This made the system fast, explainable, and easy to audit.</a:t>
            </a:r>
          </a:p>
        </p:txBody>
      </p:sp>
      <p:sp>
        <p:nvSpPr>
          <p:cNvPr id="16" name="Shape 14"/>
          <p:cNvSpPr/>
          <p:nvPr/>
        </p:nvSpPr>
        <p:spPr>
          <a:xfrm>
            <a:off x="594360" y="3501654"/>
            <a:ext cx="438912" cy="384047"/>
          </a:xfrm>
          <a:prstGeom prst="ellipse">
            <a:avLst/>
          </a:prstGeom>
          <a:ln/>
        </p:spPr>
        <p:style>
          <a:lnRef idx="2">
            <a:schemeClr val="dk1"/>
          </a:lnRef>
          <a:fillRef idx="1">
            <a:schemeClr val="lt1"/>
          </a:fillRef>
          <a:effectRef idx="0">
            <a:schemeClr val="dk1"/>
          </a:effectRef>
          <a:fontRef idx="minor">
            <a:schemeClr val="dk1"/>
          </a:fontRef>
        </p:style>
      </p:sp>
      <p:sp>
        <p:nvSpPr>
          <p:cNvPr id="17" name="Text 15"/>
          <p:cNvSpPr/>
          <p:nvPr/>
        </p:nvSpPr>
        <p:spPr>
          <a:xfrm>
            <a:off x="594360" y="3474221"/>
            <a:ext cx="438912" cy="438912"/>
          </a:xfrm>
          <a:prstGeom prst="rect">
            <a:avLst/>
          </a:prstGeom>
          <a:noFill/>
          <a:ln/>
        </p:spPr>
        <p:txBody>
          <a:bodyPr wrap="square" rtlCol="0" anchor="ctr"/>
          <a:lstStyle/>
          <a:p>
            <a:pPr marL="0" indent="0" algn="ctr">
              <a:buNone/>
            </a:pPr>
            <a:r>
              <a:rPr lang="en-US" sz="1600" b="1" dirty="0">
                <a:latin typeface="Arial" panose="020B0604020202020204" pitchFamily="34" charset="0"/>
                <a:ea typeface="Calibri" pitchFamily="34" charset="-122"/>
                <a:cs typeface="Arial" panose="020B0604020202020204" pitchFamily="34" charset="0"/>
              </a:rPr>
              <a:t>3</a:t>
            </a:r>
            <a:endParaRPr lang="en-US" sz="1600" dirty="0">
              <a:latin typeface="Arial" panose="020B0604020202020204" pitchFamily="34" charset="0"/>
            </a:endParaRPr>
          </a:p>
        </p:txBody>
      </p:sp>
      <p:sp>
        <p:nvSpPr>
          <p:cNvPr id="18" name="Text 16"/>
          <p:cNvSpPr/>
          <p:nvPr/>
        </p:nvSpPr>
        <p:spPr>
          <a:xfrm>
            <a:off x="1170432" y="3438669"/>
            <a:ext cx="7223760" cy="320040"/>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alibri" pitchFamily="34" charset="-122"/>
                <a:cs typeface="Arial" panose="020B0604020202020204" pitchFamily="34" charset="0"/>
              </a:rPr>
              <a:t>Multi Label Output</a:t>
            </a:r>
            <a:endParaRPr lang="en-US" sz="1400" dirty="0">
              <a:latin typeface="Arial" panose="020B0604020202020204" pitchFamily="34" charset="0"/>
            </a:endParaRPr>
          </a:p>
        </p:txBody>
      </p:sp>
      <p:sp>
        <p:nvSpPr>
          <p:cNvPr id="19" name="Text 17"/>
          <p:cNvSpPr/>
          <p:nvPr/>
        </p:nvSpPr>
        <p:spPr>
          <a:xfrm>
            <a:off x="1170432" y="3721109"/>
            <a:ext cx="7223760" cy="384048"/>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Calls could belong to multiple themes at the same time. For example, an outage related call could be categorized under both Incident Response and Threat Detection.</a:t>
            </a:r>
          </a:p>
        </p:txBody>
      </p:sp>
      <p:sp>
        <p:nvSpPr>
          <p:cNvPr id="20" name="Text 18"/>
          <p:cNvSpPr/>
          <p:nvPr/>
        </p:nvSpPr>
        <p:spPr>
          <a:xfrm>
            <a:off x="566928" y="4338828"/>
            <a:ext cx="8229600" cy="384048"/>
          </a:xfrm>
          <a:prstGeom prst="rect">
            <a:avLst/>
          </a:prstGeom>
          <a:noFill/>
          <a:ln/>
        </p:spPr>
        <p:txBody>
          <a:bodyPr wrap="square" lIns="0" tIns="0" rIns="0" bIns="0" rtlCol="0" anchor="ctr"/>
          <a:lstStyle/>
          <a:p>
            <a:r>
              <a:rPr lang="en-US" sz="1000" b="1" dirty="0">
                <a:latin typeface="Arial" panose="020B0604020202020204" pitchFamily="34" charset="0"/>
                <a:cs typeface="Arial" panose="020B0604020202020204" pitchFamily="34" charset="0"/>
              </a:rPr>
              <a:t>Why We Didn’t Use Pure Clustering: </a:t>
            </a:r>
            <a:r>
              <a:rPr lang="en-US" sz="1000" dirty="0">
                <a:latin typeface="Arial" panose="020B0604020202020204" pitchFamily="34" charset="0"/>
                <a:cs typeface="Arial" panose="020B0604020202020204" pitchFamily="34" charset="0"/>
              </a:rPr>
              <a:t>The dataset already carried meaningful business context through existing topic labels. A pure clustering approach using TF-IDF or embeddings would likely group together unrelated conversations simply because they shared vocabulary. The hybrid approach preserved business intent while remaining interpretable.</a:t>
            </a:r>
          </a:p>
        </p:txBody>
      </p:sp>
      <p:sp>
        <p:nvSpPr>
          <p:cNvPr id="4" name="Shape 2">
            <a:extLst>
              <a:ext uri="{FF2B5EF4-FFF2-40B4-BE49-F238E27FC236}">
                <a16:creationId xmlns:a16="http://schemas.microsoft.com/office/drawing/2014/main" id="{434B2AF3-A441-AC65-D831-95150062CA9E}"/>
              </a:ext>
            </a:extLst>
          </p:cNvPr>
          <p:cNvSpPr/>
          <p:nvPr/>
        </p:nvSpPr>
        <p:spPr>
          <a:xfrm>
            <a:off x="457200" y="1115568"/>
            <a:ext cx="8229600" cy="27432"/>
          </a:xfrm>
          <a:prstGeom prst="rect">
            <a:avLst/>
          </a:prstGeom>
          <a:solidFill>
            <a:srgbClr val="E2E8F0"/>
          </a:solidFill>
          <a:ln w="12700">
            <a:solidFill>
              <a:srgbClr val="E2E8F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Theme Distribution</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Compliance and incident response appeared most frequently, highlighting both product priorities and operational pressure points.</a:t>
            </a: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graphicFrame>
        <p:nvGraphicFramePr>
          <p:cNvPr id="5" name="Chart 0"/>
          <p:cNvGraphicFramePr/>
          <p:nvPr>
            <p:extLst>
              <p:ext uri="{D42A27DB-BD31-4B8C-83A1-F6EECF244321}">
                <p14:modId xmlns:p14="http://schemas.microsoft.com/office/powerpoint/2010/main" val="1561036663"/>
              </p:ext>
            </p:extLst>
          </p:nvPr>
        </p:nvGraphicFramePr>
        <p:xfrm>
          <a:off x="365760" y="123444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217920" y="1298448"/>
            <a:ext cx="2560320" cy="1005840"/>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7" name="Text 4"/>
          <p:cNvSpPr/>
          <p:nvPr/>
        </p:nvSpPr>
        <p:spPr>
          <a:xfrm>
            <a:off x="6355080" y="1389888"/>
            <a:ext cx="2331720" cy="274320"/>
          </a:xfrm>
          <a:prstGeom prst="rect">
            <a:avLst/>
          </a:prstGeom>
          <a:noFill/>
          <a:ln/>
        </p:spPr>
        <p:txBody>
          <a:bodyPr wrap="square" lIns="0" tIns="0" rIns="0" bIns="0" rtlCol="0" anchor="ctr"/>
          <a:lstStyle/>
          <a:p>
            <a:pPr marL="0" indent="0">
              <a:buNone/>
            </a:pPr>
            <a:r>
              <a:rPr lang="en-US" sz="1100" b="1" dirty="0">
                <a:latin typeface="Arial" panose="020B0604020202020204" pitchFamily="34" charset="0"/>
                <a:ea typeface="Calibri" pitchFamily="34" charset="-122"/>
                <a:cs typeface="Arial" panose="020B0604020202020204" pitchFamily="34" charset="0"/>
              </a:rPr>
              <a:t>Compliance dominates</a:t>
            </a:r>
            <a:endParaRPr lang="en-US" sz="1100" dirty="0">
              <a:latin typeface="Arial" panose="020B0604020202020204" pitchFamily="34" charset="0"/>
            </a:endParaRPr>
          </a:p>
        </p:txBody>
      </p:sp>
      <p:sp>
        <p:nvSpPr>
          <p:cNvPr id="8" name="Text 5"/>
          <p:cNvSpPr/>
          <p:nvPr/>
        </p:nvSpPr>
        <p:spPr>
          <a:xfrm>
            <a:off x="6355080" y="1682496"/>
            <a:ext cx="2331720" cy="512064"/>
          </a:xfrm>
          <a:prstGeom prst="rect">
            <a:avLst/>
          </a:prstGeom>
          <a:noFill/>
          <a:ln/>
        </p:spPr>
        <p:txBody>
          <a:bodyPr wrap="square" lIns="0" tIns="0" rIns="0" bIns="0" rtlCol="0" anchor="ctr"/>
          <a:lstStyle/>
          <a:p>
            <a:r>
              <a:rPr lang="en-US" sz="1000" dirty="0">
                <a:latin typeface="Arial" panose="020B0604020202020204" pitchFamily="34" charset="0"/>
                <a:cs typeface="Arial" panose="020B0604020202020204" pitchFamily="34" charset="0"/>
              </a:rPr>
              <a:t>68 calls involved compliance or audit-related discussions, largely driven by regulated customers dealing with HIPAA, SOC 2, and PCI requirements.</a:t>
            </a:r>
          </a:p>
        </p:txBody>
      </p:sp>
      <p:sp>
        <p:nvSpPr>
          <p:cNvPr id="9" name="Shape 6"/>
          <p:cNvSpPr/>
          <p:nvPr/>
        </p:nvSpPr>
        <p:spPr>
          <a:xfrm>
            <a:off x="6217920" y="2459736"/>
            <a:ext cx="2560320" cy="1005840"/>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10" name="Text 7"/>
          <p:cNvSpPr/>
          <p:nvPr/>
        </p:nvSpPr>
        <p:spPr>
          <a:xfrm>
            <a:off x="6355080" y="2551176"/>
            <a:ext cx="2331720" cy="274320"/>
          </a:xfrm>
          <a:prstGeom prst="rect">
            <a:avLst/>
          </a:prstGeom>
          <a:noFill/>
          <a:ln/>
        </p:spPr>
        <p:txBody>
          <a:bodyPr wrap="square" lIns="0" tIns="0" rIns="0" bIns="0" rtlCol="0" anchor="ctr"/>
          <a:lstStyle/>
          <a:p>
            <a:pPr marL="0" indent="0">
              <a:buNone/>
            </a:pPr>
            <a:r>
              <a:rPr lang="en-US" sz="1100" b="1" dirty="0">
                <a:latin typeface="Arial" panose="020B0604020202020204" pitchFamily="34" charset="0"/>
                <a:ea typeface="Calibri" pitchFamily="34" charset="-122"/>
                <a:cs typeface="Arial" panose="020B0604020202020204" pitchFamily="34" charset="0"/>
              </a:rPr>
              <a:t>Incidents are pervasive</a:t>
            </a:r>
            <a:endParaRPr lang="en-US" sz="1100" dirty="0">
              <a:latin typeface="Arial" panose="020B0604020202020204" pitchFamily="34" charset="0"/>
            </a:endParaRPr>
          </a:p>
        </p:txBody>
      </p:sp>
      <p:sp>
        <p:nvSpPr>
          <p:cNvPr id="11" name="Text 8"/>
          <p:cNvSpPr/>
          <p:nvPr/>
        </p:nvSpPr>
        <p:spPr>
          <a:xfrm>
            <a:off x="6355080" y="2843784"/>
            <a:ext cx="2331720" cy="512064"/>
          </a:xfrm>
          <a:prstGeom prst="rect">
            <a:avLst/>
          </a:prstGeom>
          <a:noFill/>
          <a:ln/>
        </p:spPr>
        <p:txBody>
          <a:bodyPr wrap="square" lIns="0" tIns="0" rIns="0" bIns="0" rtlCol="0" anchor="ctr"/>
          <a:lstStyle/>
          <a:p>
            <a:r>
              <a:rPr lang="en-US" sz="1000" dirty="0">
                <a:latin typeface="Arial" panose="020B0604020202020204" pitchFamily="34" charset="0"/>
                <a:cs typeface="Arial" panose="020B0604020202020204" pitchFamily="34" charset="0"/>
              </a:rPr>
              <a:t>55 calls were connected to incident response activity. The Detect outage impacted support, external, and internal conversations simultaneously.</a:t>
            </a:r>
          </a:p>
        </p:txBody>
      </p:sp>
      <p:sp>
        <p:nvSpPr>
          <p:cNvPr id="12" name="Shape 9"/>
          <p:cNvSpPr/>
          <p:nvPr/>
        </p:nvSpPr>
        <p:spPr>
          <a:xfrm>
            <a:off x="6217920" y="3621024"/>
            <a:ext cx="2560320" cy="1005840"/>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13" name="Text 10"/>
          <p:cNvSpPr/>
          <p:nvPr/>
        </p:nvSpPr>
        <p:spPr>
          <a:xfrm>
            <a:off x="6355080" y="3712464"/>
            <a:ext cx="2331720" cy="274320"/>
          </a:xfrm>
          <a:prstGeom prst="rect">
            <a:avLst/>
          </a:prstGeom>
          <a:noFill/>
          <a:ln/>
        </p:spPr>
        <p:txBody>
          <a:bodyPr wrap="square" lIns="0" tIns="0" rIns="0" bIns="0" rtlCol="0" anchor="ctr"/>
          <a:lstStyle/>
          <a:p>
            <a:pPr marL="0" indent="0">
              <a:buNone/>
            </a:pPr>
            <a:r>
              <a:rPr lang="en-US" sz="1100" b="1" dirty="0">
                <a:latin typeface="Arial" panose="020B0604020202020204" pitchFamily="34" charset="0"/>
                <a:ea typeface="Calibri" pitchFamily="34" charset="-122"/>
                <a:cs typeface="Arial" panose="020B0604020202020204" pitchFamily="34" charset="0"/>
              </a:rPr>
              <a:t>Renewals are at risk</a:t>
            </a:r>
            <a:endParaRPr lang="en-US" sz="1100" dirty="0">
              <a:latin typeface="Arial" panose="020B0604020202020204" pitchFamily="34" charset="0"/>
            </a:endParaRPr>
          </a:p>
        </p:txBody>
      </p:sp>
      <p:sp>
        <p:nvSpPr>
          <p:cNvPr id="14" name="Text 11"/>
          <p:cNvSpPr/>
          <p:nvPr/>
        </p:nvSpPr>
        <p:spPr>
          <a:xfrm>
            <a:off x="6355080" y="4005072"/>
            <a:ext cx="2331720" cy="512064"/>
          </a:xfrm>
          <a:prstGeom prst="rect">
            <a:avLst/>
          </a:prstGeom>
          <a:noFill/>
          <a:ln/>
        </p:spPr>
        <p:txBody>
          <a:bodyPr wrap="square" lIns="0" tIns="0" rIns="0" bIns="0" rtlCol="0" anchor="ctr"/>
          <a:lstStyle/>
          <a:p>
            <a:r>
              <a:rPr lang="en-US" sz="1000" dirty="0">
                <a:latin typeface="Arial" panose="020B0604020202020204" pitchFamily="34" charset="0"/>
                <a:cs typeface="Arial" panose="020B0604020202020204" pitchFamily="34" charset="0"/>
              </a:rPr>
              <a:t>41 calls included retention or renewal discussions, many of which were associated with lower sentiment.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Top Themes by Call Type</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Different stakeholders are dealing with very different problems</a:t>
            </a:r>
            <a:endParaRPr lang="en-US" sz="1200" dirty="0">
              <a:latin typeface="Arial" panose="020B0604020202020204" pitchFamily="34" charset="0"/>
            </a:endParaRP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graphicFrame>
        <p:nvGraphicFramePr>
          <p:cNvPr id="5" name="Chart 0"/>
          <p:cNvGraphicFramePr/>
          <p:nvPr>
            <p:extLst>
              <p:ext uri="{D42A27DB-BD31-4B8C-83A1-F6EECF244321}">
                <p14:modId xmlns:p14="http://schemas.microsoft.com/office/powerpoint/2010/main" val="491898030"/>
              </p:ext>
            </p:extLst>
          </p:nvPr>
        </p:nvGraphicFramePr>
        <p:xfrm>
          <a:off x="365760" y="1234440"/>
          <a:ext cx="265176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1959065704"/>
              </p:ext>
            </p:extLst>
          </p:nvPr>
        </p:nvGraphicFramePr>
        <p:xfrm>
          <a:off x="3246120" y="1234440"/>
          <a:ext cx="2651760" cy="2560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2"/>
          <p:cNvGraphicFramePr/>
          <p:nvPr>
            <p:extLst>
              <p:ext uri="{D42A27DB-BD31-4B8C-83A1-F6EECF244321}">
                <p14:modId xmlns:p14="http://schemas.microsoft.com/office/powerpoint/2010/main" val="4277490158"/>
              </p:ext>
            </p:extLst>
          </p:nvPr>
        </p:nvGraphicFramePr>
        <p:xfrm>
          <a:off x="6126480" y="1234440"/>
          <a:ext cx="2651760" cy="2560320"/>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3"/>
          <p:cNvSpPr/>
          <p:nvPr/>
        </p:nvSpPr>
        <p:spPr>
          <a:xfrm>
            <a:off x="365760" y="4023360"/>
            <a:ext cx="8412480" cy="777240"/>
          </a:xfrm>
          <a:prstGeom prst="rect">
            <a:avLst/>
          </a:prstGeom>
          <a:solidFill>
            <a:schemeClr val="bg1"/>
          </a:solidFill>
          <a:ln w="12700">
            <a:solidFill>
              <a:schemeClr val="tx1"/>
            </a:solidFill>
            <a:prstDash val="solid"/>
          </a:ln>
        </p:spPr>
      </p:sp>
      <p:sp>
        <p:nvSpPr>
          <p:cNvPr id="9" name="Text 4"/>
          <p:cNvSpPr/>
          <p:nvPr/>
        </p:nvSpPr>
        <p:spPr>
          <a:xfrm>
            <a:off x="457200" y="4147859"/>
            <a:ext cx="8229600" cy="658368"/>
          </a:xfrm>
          <a:prstGeom prst="rect">
            <a:avLst/>
          </a:prstGeom>
          <a:noFill/>
          <a:ln/>
        </p:spPr>
        <p:txBody>
          <a:bodyPr wrap="square" lIns="0" tIns="0" rIns="0" bIns="0" rtlCol="0" anchor="ctr"/>
          <a:lstStyle/>
          <a:p>
            <a:r>
              <a:rPr lang="en-US" sz="1100" dirty="0">
                <a:latin typeface="Arial" panose="020B0604020202020204" pitchFamily="34" charset="0"/>
                <a:ea typeface="Calibri" pitchFamily="34" charset="-122"/>
                <a:cs typeface="Arial" panose="020B0604020202020204" pitchFamily="34" charset="0"/>
              </a:rPr>
              <a:t>Key finding: </a:t>
            </a:r>
            <a:r>
              <a:rPr lang="en-US" sz="1100" dirty="0">
                <a:latin typeface="Arial" panose="020B0604020202020204" pitchFamily="34" charset="0"/>
                <a:cs typeface="Arial" panose="020B0604020202020204" pitchFamily="34" charset="0"/>
              </a:rPr>
              <a:t>Compliance and Audit emerged as a major theme across all three call categories. This suggests compliance is not limited to one department; product, support, and account teams all rely on the same context. A unified compliance signal would provide value across the organization.</a:t>
            </a:r>
          </a:p>
          <a:p>
            <a:pPr marL="0" indent="0">
              <a:buNone/>
            </a:pPr>
            <a:endParaRPr lang="en-US" sz="11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Sentiment Analysis — Overview</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Support calls are significantly more negative; external calls mask risk beneath positive scores</a:t>
            </a:r>
            <a:endParaRPr lang="en-US" sz="1200" dirty="0">
              <a:latin typeface="Arial" panose="020B0604020202020204" pitchFamily="34" charset="0"/>
            </a:endParaRP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graphicFrame>
        <p:nvGraphicFramePr>
          <p:cNvPr id="5" name="Chart 0"/>
          <p:cNvGraphicFramePr/>
          <p:nvPr>
            <p:extLst>
              <p:ext uri="{D42A27DB-BD31-4B8C-83A1-F6EECF244321}">
                <p14:modId xmlns:p14="http://schemas.microsoft.com/office/powerpoint/2010/main" val="4113835595"/>
              </p:ext>
            </p:extLst>
          </p:nvPr>
        </p:nvGraphicFramePr>
        <p:xfrm>
          <a:off x="365760" y="1280160"/>
          <a:ext cx="45720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rot="16200000">
            <a:off x="-635508" y="1481981"/>
            <a:ext cx="1828800" cy="228600"/>
          </a:xfrm>
          <a:prstGeom prst="rect">
            <a:avLst/>
          </a:prstGeom>
          <a:noFill/>
          <a:ln/>
        </p:spPr>
        <p:txBody>
          <a:bodyPr wrap="square" lIns="0" tIns="0" rIns="0" bIns="0" rtlCol="0" anchor="ctr"/>
          <a:lstStyle/>
          <a:p>
            <a:pPr marL="0" indent="0">
              <a:buNone/>
            </a:pPr>
            <a:r>
              <a:rPr lang="en-US" sz="900" i="1" dirty="0">
                <a:latin typeface="Arial" panose="020B0604020202020204" pitchFamily="34" charset="0"/>
                <a:ea typeface="Calibri" pitchFamily="34" charset="-122"/>
                <a:cs typeface="Arial" panose="020B0604020202020204" pitchFamily="34" charset="0"/>
              </a:rPr>
              <a:t>← Neutral (3.0)</a:t>
            </a:r>
            <a:endParaRPr lang="en-US" sz="900" dirty="0">
              <a:latin typeface="Arial" panose="020B0604020202020204" pitchFamily="34" charset="0"/>
            </a:endParaRPr>
          </a:p>
        </p:txBody>
      </p:sp>
      <p:sp>
        <p:nvSpPr>
          <p:cNvPr id="7" name="Text 4"/>
          <p:cNvSpPr/>
          <p:nvPr/>
        </p:nvSpPr>
        <p:spPr>
          <a:xfrm>
            <a:off x="5212080" y="1298448"/>
            <a:ext cx="3566160" cy="274320"/>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Sentiment Label Breakdown</a:t>
            </a:r>
            <a:endParaRPr lang="en-US" sz="1200" dirty="0">
              <a:latin typeface="Arial" panose="020B0604020202020204" pitchFamily="34" charset="0"/>
            </a:endParaRPr>
          </a:p>
        </p:txBody>
      </p:sp>
      <p:sp>
        <p:nvSpPr>
          <p:cNvPr id="8" name="Text 5"/>
          <p:cNvSpPr/>
          <p:nvPr/>
        </p:nvSpPr>
        <p:spPr>
          <a:xfrm>
            <a:off x="5212080" y="1600200"/>
            <a:ext cx="640080" cy="228600"/>
          </a:xfrm>
          <a:prstGeom prst="rect">
            <a:avLst/>
          </a:prstGeom>
          <a:noFill/>
          <a:ln/>
        </p:spPr>
        <p:txBody>
          <a:bodyPr wrap="square" lIns="0" tIns="0" rIns="0" bIns="0" rtlCol="0" anchor="ctr"/>
          <a:lstStyle/>
          <a:p>
            <a:pPr marL="0" indent="0">
              <a:buNone/>
            </a:pPr>
            <a:r>
              <a:rPr lang="en-US" sz="900" b="1" dirty="0">
                <a:latin typeface="Arial" panose="020B0604020202020204" pitchFamily="34" charset="0"/>
                <a:ea typeface="Calibri" pitchFamily="34" charset="-122"/>
                <a:cs typeface="Arial" panose="020B0604020202020204" pitchFamily="34" charset="0"/>
              </a:rPr>
              <a:t>Label</a:t>
            </a:r>
            <a:endParaRPr lang="en-US" sz="900" dirty="0">
              <a:latin typeface="Arial" panose="020B0604020202020204" pitchFamily="34" charset="0"/>
            </a:endParaRPr>
          </a:p>
        </p:txBody>
      </p:sp>
      <p:sp>
        <p:nvSpPr>
          <p:cNvPr id="9" name="Text 6"/>
          <p:cNvSpPr/>
          <p:nvPr/>
        </p:nvSpPr>
        <p:spPr>
          <a:xfrm>
            <a:off x="7315200" y="1600200"/>
            <a:ext cx="640080" cy="228600"/>
          </a:xfrm>
          <a:prstGeom prst="rect">
            <a:avLst/>
          </a:prstGeom>
          <a:noFill/>
          <a:ln/>
        </p:spPr>
        <p:txBody>
          <a:bodyPr wrap="square" lIns="0" tIns="0" rIns="0" bIns="0" rtlCol="0" anchor="ctr"/>
          <a:lstStyle/>
          <a:p>
            <a:pPr marL="0" indent="0">
              <a:buNone/>
            </a:pPr>
            <a:r>
              <a:rPr lang="en-US" sz="900" b="1" dirty="0">
                <a:latin typeface="Arial" panose="020B0604020202020204" pitchFamily="34" charset="0"/>
                <a:ea typeface="Calibri" pitchFamily="34" charset="-122"/>
                <a:cs typeface="Arial" panose="020B0604020202020204" pitchFamily="34" charset="0"/>
              </a:rPr>
              <a:t>Ext</a:t>
            </a:r>
            <a:endParaRPr lang="en-US" sz="900" dirty="0">
              <a:latin typeface="Arial" panose="020B0604020202020204" pitchFamily="34" charset="0"/>
            </a:endParaRPr>
          </a:p>
        </p:txBody>
      </p:sp>
      <p:sp>
        <p:nvSpPr>
          <p:cNvPr id="10" name="Text 7"/>
          <p:cNvSpPr/>
          <p:nvPr/>
        </p:nvSpPr>
        <p:spPr>
          <a:xfrm>
            <a:off x="7863840" y="1600200"/>
            <a:ext cx="640080" cy="228600"/>
          </a:xfrm>
          <a:prstGeom prst="rect">
            <a:avLst/>
          </a:prstGeom>
          <a:noFill/>
          <a:ln/>
        </p:spPr>
        <p:txBody>
          <a:bodyPr wrap="square" lIns="0" tIns="0" rIns="0" bIns="0" rtlCol="0" anchor="ctr"/>
          <a:lstStyle/>
          <a:p>
            <a:pPr marL="0" indent="0">
              <a:buNone/>
            </a:pPr>
            <a:r>
              <a:rPr lang="en-US" sz="900" b="1" dirty="0">
                <a:latin typeface="Arial" panose="020B0604020202020204" pitchFamily="34" charset="0"/>
                <a:ea typeface="Calibri" pitchFamily="34" charset="-122"/>
                <a:cs typeface="Arial" panose="020B0604020202020204" pitchFamily="34" charset="0"/>
              </a:rPr>
              <a:t>Int</a:t>
            </a:r>
            <a:endParaRPr lang="en-US" sz="900" dirty="0">
              <a:latin typeface="Arial" panose="020B0604020202020204" pitchFamily="34" charset="0"/>
            </a:endParaRPr>
          </a:p>
        </p:txBody>
      </p:sp>
      <p:sp>
        <p:nvSpPr>
          <p:cNvPr id="11" name="Text 8"/>
          <p:cNvSpPr/>
          <p:nvPr/>
        </p:nvSpPr>
        <p:spPr>
          <a:xfrm>
            <a:off x="8412480" y="1600200"/>
            <a:ext cx="640080" cy="228600"/>
          </a:xfrm>
          <a:prstGeom prst="rect">
            <a:avLst/>
          </a:prstGeom>
          <a:noFill/>
          <a:ln/>
        </p:spPr>
        <p:txBody>
          <a:bodyPr wrap="square" lIns="0" tIns="0" rIns="0" bIns="0" rtlCol="0" anchor="ctr"/>
          <a:lstStyle/>
          <a:p>
            <a:pPr marL="0" indent="0">
              <a:buNone/>
            </a:pPr>
            <a:r>
              <a:rPr lang="en-US" sz="900" b="1" dirty="0">
                <a:latin typeface="Arial" panose="020B0604020202020204" pitchFamily="34" charset="0"/>
                <a:ea typeface="Calibri" pitchFamily="34" charset="-122"/>
                <a:cs typeface="Arial" panose="020B0604020202020204" pitchFamily="34" charset="0"/>
              </a:rPr>
              <a:t>Sup</a:t>
            </a:r>
            <a:endParaRPr lang="en-US" sz="900" dirty="0">
              <a:latin typeface="Arial" panose="020B0604020202020204" pitchFamily="34" charset="0"/>
            </a:endParaRPr>
          </a:p>
        </p:txBody>
      </p:sp>
      <p:sp>
        <p:nvSpPr>
          <p:cNvPr id="12" name="Shape 9"/>
          <p:cNvSpPr/>
          <p:nvPr/>
        </p:nvSpPr>
        <p:spPr>
          <a:xfrm>
            <a:off x="5138928" y="1865376"/>
            <a:ext cx="3657600" cy="310896"/>
          </a:xfrm>
          <a:prstGeom prst="rect">
            <a:avLst/>
          </a:prstGeom>
          <a:solidFill>
            <a:srgbClr val="F8FAFC"/>
          </a:solidFill>
          <a:ln w="12700">
            <a:solidFill>
              <a:srgbClr val="E2E8F0"/>
            </a:solidFill>
            <a:prstDash val="solid"/>
          </a:ln>
        </p:spPr>
      </p:sp>
      <p:sp>
        <p:nvSpPr>
          <p:cNvPr id="13" name="Shape 10"/>
          <p:cNvSpPr/>
          <p:nvPr/>
        </p:nvSpPr>
        <p:spPr>
          <a:xfrm>
            <a:off x="5230368" y="1938528"/>
            <a:ext cx="164592" cy="164592"/>
          </a:xfrm>
          <a:prstGeom prst="ellipse">
            <a:avLst/>
          </a:prstGeom>
          <a:solidFill>
            <a:srgbClr val="1ABC9C"/>
          </a:solidFill>
          <a:ln w="12700">
            <a:solidFill>
              <a:srgbClr val="1ABC9C"/>
            </a:solidFill>
            <a:prstDash val="solid"/>
          </a:ln>
        </p:spPr>
      </p:sp>
      <p:sp>
        <p:nvSpPr>
          <p:cNvPr id="14" name="Text 11"/>
          <p:cNvSpPr/>
          <p:nvPr/>
        </p:nvSpPr>
        <p:spPr>
          <a:xfrm>
            <a:off x="5468112" y="1874520"/>
            <a:ext cx="1737360" cy="27432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very-positive</a:t>
            </a:r>
            <a:endParaRPr lang="en-US" sz="900" dirty="0">
              <a:latin typeface="Arial" panose="020B0604020202020204" pitchFamily="34" charset="0"/>
            </a:endParaRPr>
          </a:p>
        </p:txBody>
      </p:sp>
      <p:sp>
        <p:nvSpPr>
          <p:cNvPr id="15" name="Text 12"/>
          <p:cNvSpPr/>
          <p:nvPr/>
        </p:nvSpPr>
        <p:spPr>
          <a:xfrm>
            <a:off x="7315200" y="1874520"/>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13</a:t>
            </a:r>
            <a:endParaRPr lang="en-US" sz="900" dirty="0">
              <a:latin typeface="Arial" panose="020B0604020202020204" pitchFamily="34" charset="0"/>
            </a:endParaRPr>
          </a:p>
        </p:txBody>
      </p:sp>
      <p:sp>
        <p:nvSpPr>
          <p:cNvPr id="16" name="Text 13"/>
          <p:cNvSpPr/>
          <p:nvPr/>
        </p:nvSpPr>
        <p:spPr>
          <a:xfrm>
            <a:off x="7863840" y="1874520"/>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6</a:t>
            </a:r>
            <a:endParaRPr lang="en-US" sz="900" dirty="0">
              <a:latin typeface="Arial" panose="020B0604020202020204" pitchFamily="34" charset="0"/>
            </a:endParaRPr>
          </a:p>
        </p:txBody>
      </p:sp>
      <p:sp>
        <p:nvSpPr>
          <p:cNvPr id="17" name="Text 14"/>
          <p:cNvSpPr/>
          <p:nvPr/>
        </p:nvSpPr>
        <p:spPr>
          <a:xfrm>
            <a:off x="8412480" y="1874520"/>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2</a:t>
            </a:r>
            <a:endParaRPr lang="en-US" sz="900" dirty="0">
              <a:latin typeface="Arial" panose="020B0604020202020204" pitchFamily="34" charset="0"/>
            </a:endParaRPr>
          </a:p>
        </p:txBody>
      </p:sp>
      <p:sp>
        <p:nvSpPr>
          <p:cNvPr id="18" name="Shape 15"/>
          <p:cNvSpPr/>
          <p:nvPr/>
        </p:nvSpPr>
        <p:spPr>
          <a:xfrm>
            <a:off x="5138928" y="2212848"/>
            <a:ext cx="3657600" cy="310896"/>
          </a:xfrm>
          <a:prstGeom prst="rect">
            <a:avLst/>
          </a:prstGeom>
          <a:solidFill>
            <a:srgbClr val="FFFFFF"/>
          </a:solidFill>
          <a:ln w="12700">
            <a:solidFill>
              <a:srgbClr val="E2E8F0"/>
            </a:solidFill>
            <a:prstDash val="solid"/>
          </a:ln>
        </p:spPr>
      </p:sp>
      <p:sp>
        <p:nvSpPr>
          <p:cNvPr id="19" name="Shape 16"/>
          <p:cNvSpPr/>
          <p:nvPr/>
        </p:nvSpPr>
        <p:spPr>
          <a:xfrm>
            <a:off x="5230368" y="2286000"/>
            <a:ext cx="164592" cy="164592"/>
          </a:xfrm>
          <a:prstGeom prst="ellipse">
            <a:avLst/>
          </a:prstGeom>
          <a:solidFill>
            <a:srgbClr val="2ECC71"/>
          </a:solidFill>
          <a:ln w="12700">
            <a:solidFill>
              <a:srgbClr val="2ECC71"/>
            </a:solidFill>
            <a:prstDash val="solid"/>
          </a:ln>
        </p:spPr>
      </p:sp>
      <p:sp>
        <p:nvSpPr>
          <p:cNvPr id="20" name="Text 17"/>
          <p:cNvSpPr/>
          <p:nvPr/>
        </p:nvSpPr>
        <p:spPr>
          <a:xfrm>
            <a:off x="5468112" y="2221992"/>
            <a:ext cx="1737360" cy="27432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positive</a:t>
            </a:r>
            <a:endParaRPr lang="en-US" sz="900" dirty="0">
              <a:latin typeface="Arial" panose="020B0604020202020204" pitchFamily="34" charset="0"/>
            </a:endParaRPr>
          </a:p>
        </p:txBody>
      </p:sp>
      <p:sp>
        <p:nvSpPr>
          <p:cNvPr id="21" name="Text 18"/>
          <p:cNvSpPr/>
          <p:nvPr/>
        </p:nvSpPr>
        <p:spPr>
          <a:xfrm>
            <a:off x="7315200" y="2221992"/>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5</a:t>
            </a:r>
            <a:endParaRPr lang="en-US" sz="900" dirty="0">
              <a:latin typeface="Arial" panose="020B0604020202020204" pitchFamily="34" charset="0"/>
            </a:endParaRPr>
          </a:p>
        </p:txBody>
      </p:sp>
      <p:sp>
        <p:nvSpPr>
          <p:cNvPr id="22" name="Text 19"/>
          <p:cNvSpPr/>
          <p:nvPr/>
        </p:nvSpPr>
        <p:spPr>
          <a:xfrm>
            <a:off x="7863840" y="2221992"/>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1</a:t>
            </a:r>
            <a:endParaRPr lang="en-US" sz="900" dirty="0">
              <a:latin typeface="Arial" panose="020B0604020202020204" pitchFamily="34" charset="0"/>
            </a:endParaRPr>
          </a:p>
        </p:txBody>
      </p:sp>
      <p:sp>
        <p:nvSpPr>
          <p:cNvPr id="23" name="Text 20"/>
          <p:cNvSpPr/>
          <p:nvPr/>
        </p:nvSpPr>
        <p:spPr>
          <a:xfrm>
            <a:off x="8412480" y="2221992"/>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1</a:t>
            </a:r>
            <a:endParaRPr lang="en-US" sz="900" dirty="0">
              <a:latin typeface="Arial" panose="020B0604020202020204" pitchFamily="34" charset="0"/>
            </a:endParaRPr>
          </a:p>
        </p:txBody>
      </p:sp>
      <p:sp>
        <p:nvSpPr>
          <p:cNvPr id="24" name="Shape 21"/>
          <p:cNvSpPr/>
          <p:nvPr/>
        </p:nvSpPr>
        <p:spPr>
          <a:xfrm>
            <a:off x="5138928" y="2560320"/>
            <a:ext cx="3657600" cy="310896"/>
          </a:xfrm>
          <a:prstGeom prst="rect">
            <a:avLst/>
          </a:prstGeom>
          <a:solidFill>
            <a:srgbClr val="F8FAFC"/>
          </a:solidFill>
          <a:ln w="12700">
            <a:solidFill>
              <a:srgbClr val="E2E8F0"/>
            </a:solidFill>
            <a:prstDash val="solid"/>
          </a:ln>
        </p:spPr>
      </p:sp>
      <p:sp>
        <p:nvSpPr>
          <p:cNvPr id="25" name="Shape 22"/>
          <p:cNvSpPr/>
          <p:nvPr/>
        </p:nvSpPr>
        <p:spPr>
          <a:xfrm>
            <a:off x="5230368" y="2633472"/>
            <a:ext cx="164592" cy="164592"/>
          </a:xfrm>
          <a:prstGeom prst="ellipse">
            <a:avLst/>
          </a:prstGeom>
          <a:solidFill>
            <a:srgbClr val="27AE60"/>
          </a:solidFill>
          <a:ln w="12700">
            <a:solidFill>
              <a:srgbClr val="27AE60"/>
            </a:solidFill>
            <a:prstDash val="solid"/>
          </a:ln>
        </p:spPr>
      </p:sp>
      <p:sp>
        <p:nvSpPr>
          <p:cNvPr id="26" name="Text 23"/>
          <p:cNvSpPr/>
          <p:nvPr/>
        </p:nvSpPr>
        <p:spPr>
          <a:xfrm>
            <a:off x="5468112" y="2569464"/>
            <a:ext cx="1737360" cy="27432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mixed-positive</a:t>
            </a:r>
            <a:endParaRPr lang="en-US" sz="900" dirty="0">
              <a:latin typeface="Arial" panose="020B0604020202020204" pitchFamily="34" charset="0"/>
            </a:endParaRPr>
          </a:p>
        </p:txBody>
      </p:sp>
      <p:sp>
        <p:nvSpPr>
          <p:cNvPr id="27" name="Text 24"/>
          <p:cNvSpPr/>
          <p:nvPr/>
        </p:nvSpPr>
        <p:spPr>
          <a:xfrm>
            <a:off x="7315200" y="2569464"/>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16</a:t>
            </a:r>
            <a:endParaRPr lang="en-US" sz="900" dirty="0">
              <a:latin typeface="Arial" panose="020B0604020202020204" pitchFamily="34" charset="0"/>
            </a:endParaRPr>
          </a:p>
        </p:txBody>
      </p:sp>
      <p:sp>
        <p:nvSpPr>
          <p:cNvPr id="28" name="Text 25"/>
          <p:cNvSpPr/>
          <p:nvPr/>
        </p:nvSpPr>
        <p:spPr>
          <a:xfrm>
            <a:off x="7863840" y="2569464"/>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13</a:t>
            </a:r>
            <a:endParaRPr lang="en-US" sz="900" dirty="0">
              <a:latin typeface="Arial" panose="020B0604020202020204" pitchFamily="34" charset="0"/>
            </a:endParaRPr>
          </a:p>
        </p:txBody>
      </p:sp>
      <p:sp>
        <p:nvSpPr>
          <p:cNvPr id="29" name="Text 26"/>
          <p:cNvSpPr/>
          <p:nvPr/>
        </p:nvSpPr>
        <p:spPr>
          <a:xfrm>
            <a:off x="8412480" y="2569464"/>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4</a:t>
            </a:r>
            <a:endParaRPr lang="en-US" sz="900" dirty="0">
              <a:latin typeface="Arial" panose="020B0604020202020204" pitchFamily="34" charset="0"/>
            </a:endParaRPr>
          </a:p>
        </p:txBody>
      </p:sp>
      <p:sp>
        <p:nvSpPr>
          <p:cNvPr id="30" name="Shape 27"/>
          <p:cNvSpPr/>
          <p:nvPr/>
        </p:nvSpPr>
        <p:spPr>
          <a:xfrm>
            <a:off x="5138928" y="2907792"/>
            <a:ext cx="3657600" cy="310896"/>
          </a:xfrm>
          <a:prstGeom prst="rect">
            <a:avLst/>
          </a:prstGeom>
          <a:solidFill>
            <a:srgbClr val="FFFFFF"/>
          </a:solidFill>
          <a:ln w="12700">
            <a:solidFill>
              <a:srgbClr val="E2E8F0"/>
            </a:solidFill>
            <a:prstDash val="solid"/>
          </a:ln>
        </p:spPr>
      </p:sp>
      <p:sp>
        <p:nvSpPr>
          <p:cNvPr id="31" name="Shape 28"/>
          <p:cNvSpPr/>
          <p:nvPr/>
        </p:nvSpPr>
        <p:spPr>
          <a:xfrm>
            <a:off x="5230368" y="2980944"/>
            <a:ext cx="164592" cy="164592"/>
          </a:xfrm>
          <a:prstGeom prst="ellipse">
            <a:avLst/>
          </a:prstGeom>
          <a:solidFill>
            <a:srgbClr val="E67E22"/>
          </a:solidFill>
          <a:ln w="12700">
            <a:solidFill>
              <a:srgbClr val="E67E22"/>
            </a:solidFill>
            <a:prstDash val="solid"/>
          </a:ln>
        </p:spPr>
      </p:sp>
      <p:sp>
        <p:nvSpPr>
          <p:cNvPr id="32" name="Text 29"/>
          <p:cNvSpPr/>
          <p:nvPr/>
        </p:nvSpPr>
        <p:spPr>
          <a:xfrm>
            <a:off x="5468112" y="2916936"/>
            <a:ext cx="1737360" cy="27432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mixed-negative</a:t>
            </a:r>
            <a:endParaRPr lang="en-US" sz="900" dirty="0">
              <a:latin typeface="Arial" panose="020B0604020202020204" pitchFamily="34" charset="0"/>
            </a:endParaRPr>
          </a:p>
        </p:txBody>
      </p:sp>
      <p:sp>
        <p:nvSpPr>
          <p:cNvPr id="33" name="Text 30"/>
          <p:cNvSpPr/>
          <p:nvPr/>
        </p:nvSpPr>
        <p:spPr>
          <a:xfrm>
            <a:off x="7315200" y="2916936"/>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5</a:t>
            </a:r>
            <a:endParaRPr lang="en-US" sz="900" dirty="0">
              <a:latin typeface="Arial" panose="020B0604020202020204" pitchFamily="34" charset="0"/>
            </a:endParaRPr>
          </a:p>
        </p:txBody>
      </p:sp>
      <p:sp>
        <p:nvSpPr>
          <p:cNvPr id="34" name="Text 31"/>
          <p:cNvSpPr/>
          <p:nvPr/>
        </p:nvSpPr>
        <p:spPr>
          <a:xfrm>
            <a:off x="7863840" y="2916936"/>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9</a:t>
            </a:r>
            <a:endParaRPr lang="en-US" sz="900" dirty="0">
              <a:latin typeface="Arial" panose="020B0604020202020204" pitchFamily="34" charset="0"/>
            </a:endParaRPr>
          </a:p>
        </p:txBody>
      </p:sp>
      <p:sp>
        <p:nvSpPr>
          <p:cNvPr id="35" name="Text 32"/>
          <p:cNvSpPr/>
          <p:nvPr/>
        </p:nvSpPr>
        <p:spPr>
          <a:xfrm>
            <a:off x="8412480" y="2916936"/>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19</a:t>
            </a:r>
            <a:endParaRPr lang="en-US" sz="900" dirty="0">
              <a:latin typeface="Arial" panose="020B0604020202020204" pitchFamily="34" charset="0"/>
            </a:endParaRPr>
          </a:p>
        </p:txBody>
      </p:sp>
      <p:sp>
        <p:nvSpPr>
          <p:cNvPr id="36" name="Shape 33"/>
          <p:cNvSpPr/>
          <p:nvPr/>
        </p:nvSpPr>
        <p:spPr>
          <a:xfrm>
            <a:off x="5138928" y="3255264"/>
            <a:ext cx="3657600" cy="310896"/>
          </a:xfrm>
          <a:prstGeom prst="rect">
            <a:avLst/>
          </a:prstGeom>
          <a:solidFill>
            <a:srgbClr val="F8FAFC"/>
          </a:solidFill>
          <a:ln w="12700">
            <a:solidFill>
              <a:srgbClr val="E2E8F0"/>
            </a:solidFill>
            <a:prstDash val="solid"/>
          </a:ln>
        </p:spPr>
      </p:sp>
      <p:sp>
        <p:nvSpPr>
          <p:cNvPr id="37" name="Shape 34"/>
          <p:cNvSpPr/>
          <p:nvPr/>
        </p:nvSpPr>
        <p:spPr>
          <a:xfrm>
            <a:off x="5230368" y="3328416"/>
            <a:ext cx="164592" cy="164592"/>
          </a:xfrm>
          <a:prstGeom prst="ellipse">
            <a:avLst/>
          </a:prstGeom>
          <a:solidFill>
            <a:srgbClr val="E74C3C"/>
          </a:solidFill>
          <a:ln w="12700">
            <a:solidFill>
              <a:srgbClr val="E74C3C"/>
            </a:solidFill>
            <a:prstDash val="solid"/>
          </a:ln>
        </p:spPr>
      </p:sp>
      <p:sp>
        <p:nvSpPr>
          <p:cNvPr id="38" name="Text 35"/>
          <p:cNvSpPr/>
          <p:nvPr/>
        </p:nvSpPr>
        <p:spPr>
          <a:xfrm>
            <a:off x="5468112" y="3264408"/>
            <a:ext cx="1737360" cy="27432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negative</a:t>
            </a:r>
            <a:endParaRPr lang="en-US" sz="900" dirty="0">
              <a:latin typeface="Arial" panose="020B0604020202020204" pitchFamily="34" charset="0"/>
            </a:endParaRPr>
          </a:p>
        </p:txBody>
      </p:sp>
      <p:sp>
        <p:nvSpPr>
          <p:cNvPr id="39" name="Text 36"/>
          <p:cNvSpPr/>
          <p:nvPr/>
        </p:nvSpPr>
        <p:spPr>
          <a:xfrm>
            <a:off x="7315200" y="3264408"/>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0</a:t>
            </a:r>
            <a:endParaRPr lang="en-US" sz="900" dirty="0">
              <a:latin typeface="Arial" panose="020B0604020202020204" pitchFamily="34" charset="0"/>
            </a:endParaRPr>
          </a:p>
        </p:txBody>
      </p:sp>
      <p:sp>
        <p:nvSpPr>
          <p:cNvPr id="40" name="Text 37"/>
          <p:cNvSpPr/>
          <p:nvPr/>
        </p:nvSpPr>
        <p:spPr>
          <a:xfrm>
            <a:off x="7863840" y="3264408"/>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0</a:t>
            </a:r>
            <a:endParaRPr lang="en-US" sz="900" dirty="0">
              <a:latin typeface="Arial" panose="020B0604020202020204" pitchFamily="34" charset="0"/>
            </a:endParaRPr>
          </a:p>
        </p:txBody>
      </p:sp>
      <p:sp>
        <p:nvSpPr>
          <p:cNvPr id="41" name="Text 38"/>
          <p:cNvSpPr/>
          <p:nvPr/>
        </p:nvSpPr>
        <p:spPr>
          <a:xfrm>
            <a:off x="8412480" y="3264408"/>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4</a:t>
            </a:r>
            <a:endParaRPr lang="en-US" sz="900" dirty="0">
              <a:latin typeface="Arial" panose="020B0604020202020204" pitchFamily="34" charset="0"/>
            </a:endParaRPr>
          </a:p>
        </p:txBody>
      </p:sp>
      <p:sp>
        <p:nvSpPr>
          <p:cNvPr id="42" name="Shape 39"/>
          <p:cNvSpPr/>
          <p:nvPr/>
        </p:nvSpPr>
        <p:spPr>
          <a:xfrm>
            <a:off x="5138928" y="3602736"/>
            <a:ext cx="3657600" cy="310896"/>
          </a:xfrm>
          <a:prstGeom prst="rect">
            <a:avLst/>
          </a:prstGeom>
          <a:solidFill>
            <a:srgbClr val="FFFFFF"/>
          </a:solidFill>
          <a:ln w="12700">
            <a:solidFill>
              <a:srgbClr val="E2E8F0"/>
            </a:solidFill>
            <a:prstDash val="solid"/>
          </a:ln>
        </p:spPr>
      </p:sp>
      <p:sp>
        <p:nvSpPr>
          <p:cNvPr id="43" name="Shape 40"/>
          <p:cNvSpPr/>
          <p:nvPr/>
        </p:nvSpPr>
        <p:spPr>
          <a:xfrm>
            <a:off x="5230368" y="3675888"/>
            <a:ext cx="164592" cy="164592"/>
          </a:xfrm>
          <a:prstGeom prst="ellipse">
            <a:avLst/>
          </a:prstGeom>
          <a:solidFill>
            <a:srgbClr val="C0392B"/>
          </a:solidFill>
          <a:ln w="12700">
            <a:solidFill>
              <a:srgbClr val="C0392B"/>
            </a:solidFill>
            <a:prstDash val="solid"/>
          </a:ln>
        </p:spPr>
      </p:sp>
      <p:sp>
        <p:nvSpPr>
          <p:cNvPr id="44" name="Text 41"/>
          <p:cNvSpPr/>
          <p:nvPr/>
        </p:nvSpPr>
        <p:spPr>
          <a:xfrm>
            <a:off x="5468112" y="3611880"/>
            <a:ext cx="1737360" cy="27432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very-negative</a:t>
            </a:r>
            <a:endParaRPr lang="en-US" sz="900" dirty="0">
              <a:latin typeface="Arial" panose="020B0604020202020204" pitchFamily="34" charset="0"/>
            </a:endParaRPr>
          </a:p>
        </p:txBody>
      </p:sp>
      <p:sp>
        <p:nvSpPr>
          <p:cNvPr id="45" name="Text 42"/>
          <p:cNvSpPr/>
          <p:nvPr/>
        </p:nvSpPr>
        <p:spPr>
          <a:xfrm>
            <a:off x="7315200" y="3611880"/>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0</a:t>
            </a:r>
            <a:endParaRPr lang="en-US" sz="900" dirty="0">
              <a:latin typeface="Arial" panose="020B0604020202020204" pitchFamily="34" charset="0"/>
            </a:endParaRPr>
          </a:p>
        </p:txBody>
      </p:sp>
      <p:sp>
        <p:nvSpPr>
          <p:cNvPr id="46" name="Text 43"/>
          <p:cNvSpPr/>
          <p:nvPr/>
        </p:nvSpPr>
        <p:spPr>
          <a:xfrm>
            <a:off x="7863840" y="3611880"/>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0</a:t>
            </a:r>
            <a:endParaRPr lang="en-US" sz="900" dirty="0">
              <a:latin typeface="Arial" panose="020B0604020202020204" pitchFamily="34" charset="0"/>
            </a:endParaRPr>
          </a:p>
        </p:txBody>
      </p:sp>
      <p:sp>
        <p:nvSpPr>
          <p:cNvPr id="47" name="Text 44"/>
          <p:cNvSpPr/>
          <p:nvPr/>
        </p:nvSpPr>
        <p:spPr>
          <a:xfrm>
            <a:off x="8412480" y="3611880"/>
            <a:ext cx="457200" cy="274320"/>
          </a:xfrm>
          <a:prstGeom prst="rect">
            <a:avLst/>
          </a:prstGeom>
          <a:noFill/>
          <a:ln/>
        </p:spPr>
        <p:txBody>
          <a:bodyPr wrap="square" lIns="0" tIns="0" rIns="0" bIns="0" rtlCol="0" anchor="ctr"/>
          <a:lstStyle/>
          <a:p>
            <a:pPr marL="0" indent="0" algn="ctr">
              <a:buNone/>
            </a:pPr>
            <a:r>
              <a:rPr lang="en-US" sz="900" dirty="0">
                <a:latin typeface="Arial" panose="020B0604020202020204" pitchFamily="34" charset="0"/>
                <a:ea typeface="Calibri" pitchFamily="34" charset="-122"/>
                <a:cs typeface="Arial" panose="020B0604020202020204" pitchFamily="34" charset="0"/>
              </a:rPr>
              <a:t>2</a:t>
            </a:r>
            <a:endParaRPr lang="en-US" sz="900" dirty="0">
              <a:latin typeface="Arial" panose="020B0604020202020204" pitchFamily="34" charset="0"/>
            </a:endParaRPr>
          </a:p>
        </p:txBody>
      </p:sp>
      <p:sp>
        <p:nvSpPr>
          <p:cNvPr id="48" name="Shape 45"/>
          <p:cNvSpPr/>
          <p:nvPr/>
        </p:nvSpPr>
        <p:spPr>
          <a:xfrm>
            <a:off x="365760" y="4096512"/>
            <a:ext cx="8412480" cy="749808"/>
          </a:xfrm>
          <a:prstGeom prst="rect">
            <a:avLst/>
          </a:prstGeom>
          <a:solidFill>
            <a:schemeClr val="bg1"/>
          </a:solidFill>
          <a:ln w="12700">
            <a:solidFill>
              <a:schemeClr val="tx1"/>
            </a:solidFill>
            <a:prstDash val="solid"/>
          </a:ln>
        </p:spPr>
      </p:sp>
      <p:sp>
        <p:nvSpPr>
          <p:cNvPr id="49" name="Text 46"/>
          <p:cNvSpPr/>
          <p:nvPr/>
        </p:nvSpPr>
        <p:spPr>
          <a:xfrm>
            <a:off x="502920" y="4224528"/>
            <a:ext cx="8138160" cy="658368"/>
          </a:xfrm>
          <a:prstGeom prst="rect">
            <a:avLst/>
          </a:prstGeom>
          <a:noFill/>
          <a:ln/>
        </p:spPr>
        <p:txBody>
          <a:bodyPr wrap="square" lIns="0" tIns="0" rIns="0" bIns="0" rtlCol="0" anchor="ctr"/>
          <a:lstStyle/>
          <a:p>
            <a:r>
              <a:rPr lang="en-US" sz="1100" dirty="0">
                <a:latin typeface="Arial" panose="020B0604020202020204" pitchFamily="34" charset="0"/>
                <a:ea typeface="Calibri" pitchFamily="34" charset="-122"/>
                <a:cs typeface="Arial" panose="020B0604020202020204" pitchFamily="34" charset="0"/>
              </a:rPr>
              <a:t>31% of calls score ≤ 2.5 (negative territory). Support has zero "very-positive" calls and 19 of 32 cases are mixed-negative or worse. </a:t>
            </a:r>
            <a:r>
              <a:rPr lang="en-US" sz="1100" dirty="0">
                <a:latin typeface="Arial" panose="020B0604020202020204" pitchFamily="34" charset="0"/>
                <a:cs typeface="Arial" panose="020B0604020202020204" pitchFamily="34" charset="0"/>
              </a:rPr>
              <a:t>This reflects more than temporary customer dissatisfaction. It points to broader concerns around product reliability and response quality.</a:t>
            </a:r>
          </a:p>
          <a:p>
            <a:pPr marL="0" indent="0">
              <a:buNone/>
            </a:pPr>
            <a:endParaRPr lang="en-US" sz="1100"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Sentiment by Theme</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Billing and incident related calls score lowest; these are where frustration concentrates</a:t>
            </a:r>
            <a:endParaRPr lang="en-US" sz="1200" dirty="0">
              <a:latin typeface="Arial" panose="020B0604020202020204" pitchFamily="34" charset="0"/>
            </a:endParaRP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graphicFrame>
        <p:nvGraphicFramePr>
          <p:cNvPr id="5" name="Chart 0"/>
          <p:cNvGraphicFramePr/>
          <p:nvPr>
            <p:extLst>
              <p:ext uri="{D42A27DB-BD31-4B8C-83A1-F6EECF244321}">
                <p14:modId xmlns:p14="http://schemas.microsoft.com/office/powerpoint/2010/main" val="762569535"/>
              </p:ext>
            </p:extLst>
          </p:nvPr>
        </p:nvGraphicFramePr>
        <p:xfrm>
          <a:off x="365760" y="1234440"/>
          <a:ext cx="84124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3394" y="4681728"/>
            <a:ext cx="2194560" cy="228600"/>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Neutral line: 3.0 →</a:t>
            </a:r>
            <a:endParaRPr lang="en-US" sz="90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Bonus Insight #1 — Churn Risk Signals</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84 'concern' moments and 61 explicit churn signals flagged across calls, who is at risk?</a:t>
            </a:r>
            <a:endParaRPr lang="en-US" sz="1200" dirty="0">
              <a:latin typeface="Arial" panose="020B0604020202020204" pitchFamily="34" charset="0"/>
            </a:endParaRP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sp>
        <p:nvSpPr>
          <p:cNvPr id="5" name="Shape 3"/>
          <p:cNvSpPr/>
          <p:nvPr/>
        </p:nvSpPr>
        <p:spPr>
          <a:xfrm>
            <a:off x="457200" y="1298448"/>
            <a:ext cx="2468880" cy="1234440"/>
          </a:xfrm>
          <a:prstGeom prst="rect">
            <a:avLst/>
          </a:prstGeom>
          <a:solidFill>
            <a:srgbClr val="C0392B">
              <a:alpha val="67000"/>
            </a:srgbClr>
          </a:solidFill>
          <a:ln w="12700">
            <a:solidFill>
              <a:srgbClr val="C0392B"/>
            </a:solidFill>
            <a:prstDash val="solid"/>
          </a:ln>
          <a:effectLst>
            <a:outerShdw blurRad="101600" dist="38100" dir="8100000" algn="bl" rotWithShape="0">
              <a:srgbClr val="000000">
                <a:alpha val="12000"/>
              </a:srgbClr>
            </a:outerShdw>
          </a:effectLst>
        </p:spPr>
      </p:sp>
      <p:sp>
        <p:nvSpPr>
          <p:cNvPr id="6" name="Text 4"/>
          <p:cNvSpPr/>
          <p:nvPr/>
        </p:nvSpPr>
        <p:spPr>
          <a:xfrm>
            <a:off x="457200" y="1435608"/>
            <a:ext cx="2468880" cy="678942"/>
          </a:xfrm>
          <a:prstGeom prst="rect">
            <a:avLst/>
          </a:prstGeom>
          <a:noFill/>
          <a:ln/>
        </p:spPr>
        <p:txBody>
          <a:bodyPr wrap="square" lIns="0" tIns="0" rIns="0" bIns="0" rtlCol="0" anchor="ctr"/>
          <a:lstStyle/>
          <a:p>
            <a:pPr marL="0" indent="0" algn="ctr">
              <a:buNone/>
            </a:pPr>
            <a:r>
              <a:rPr lang="en-US" sz="2800" b="1" dirty="0">
                <a:solidFill>
                  <a:schemeClr val="bg1"/>
                </a:solidFill>
                <a:latin typeface="Arial" panose="020B0604020202020204" pitchFamily="34" charset="0"/>
                <a:ea typeface="Calibri" pitchFamily="34" charset="-122"/>
                <a:cs typeface="Arial" panose="020B0604020202020204" pitchFamily="34" charset="0"/>
              </a:rPr>
              <a:t>17</a:t>
            </a:r>
            <a:endParaRPr lang="en-US" sz="3600" dirty="0">
              <a:solidFill>
                <a:schemeClr val="bg1"/>
              </a:solidFill>
              <a:latin typeface="Arial" panose="020B0604020202020204" pitchFamily="34" charset="0"/>
            </a:endParaRPr>
          </a:p>
        </p:txBody>
      </p:sp>
      <p:sp>
        <p:nvSpPr>
          <p:cNvPr id="7" name="Text 5"/>
          <p:cNvSpPr/>
          <p:nvPr/>
        </p:nvSpPr>
        <p:spPr>
          <a:xfrm>
            <a:off x="457200" y="2014423"/>
            <a:ext cx="2468880" cy="469087"/>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High-Risk Accounts</a:t>
            </a:r>
            <a:endParaRPr lang="en-US" sz="1000" dirty="0">
              <a:solidFill>
                <a:schemeClr val="bg1"/>
              </a:solidFill>
              <a:latin typeface="Arial" panose="020B0604020202020204" pitchFamily="34" charset="0"/>
            </a:endParaRPr>
          </a:p>
        </p:txBody>
      </p:sp>
      <p:sp>
        <p:nvSpPr>
          <p:cNvPr id="8" name="Shape 6"/>
          <p:cNvSpPr/>
          <p:nvPr/>
        </p:nvSpPr>
        <p:spPr>
          <a:xfrm>
            <a:off x="3108960" y="1298448"/>
            <a:ext cx="2468880" cy="1234440"/>
          </a:xfrm>
          <a:prstGeom prst="rect">
            <a:avLst/>
          </a:prstGeom>
          <a:solidFill>
            <a:srgbClr val="E07B39">
              <a:alpha val="67000"/>
            </a:srgbClr>
          </a:solidFill>
          <a:ln w="12700">
            <a:solidFill>
              <a:srgbClr val="E07B39"/>
            </a:solidFill>
            <a:prstDash val="solid"/>
          </a:ln>
          <a:effectLst>
            <a:outerShdw blurRad="101600" dist="38100" dir="8100000" algn="bl" rotWithShape="0">
              <a:srgbClr val="000000">
                <a:alpha val="12000"/>
              </a:srgbClr>
            </a:outerShdw>
          </a:effectLst>
        </p:spPr>
      </p:sp>
      <p:sp>
        <p:nvSpPr>
          <p:cNvPr id="9" name="Text 7"/>
          <p:cNvSpPr/>
          <p:nvPr/>
        </p:nvSpPr>
        <p:spPr>
          <a:xfrm>
            <a:off x="3108960" y="1435608"/>
            <a:ext cx="2468880" cy="678942"/>
          </a:xfrm>
          <a:prstGeom prst="rect">
            <a:avLst/>
          </a:prstGeom>
          <a:noFill/>
          <a:ln/>
        </p:spPr>
        <p:txBody>
          <a:bodyPr wrap="square" lIns="0" tIns="0" rIns="0" bIns="0" rtlCol="0" anchor="ctr"/>
          <a:lstStyle/>
          <a:p>
            <a:pPr marL="0" indent="0" algn="ctr">
              <a:buNone/>
            </a:pPr>
            <a:r>
              <a:rPr lang="en-US" sz="2800" b="1" dirty="0">
                <a:solidFill>
                  <a:schemeClr val="bg1"/>
                </a:solidFill>
                <a:latin typeface="Arial" panose="020B0604020202020204" pitchFamily="34" charset="0"/>
                <a:ea typeface="Calibri" pitchFamily="34" charset="-122"/>
                <a:cs typeface="Arial" panose="020B0604020202020204" pitchFamily="34" charset="0"/>
              </a:rPr>
              <a:t>16</a:t>
            </a:r>
            <a:endParaRPr lang="en-US" sz="3600" dirty="0">
              <a:solidFill>
                <a:schemeClr val="bg1"/>
              </a:solidFill>
              <a:latin typeface="Arial" panose="020B0604020202020204" pitchFamily="34" charset="0"/>
            </a:endParaRPr>
          </a:p>
        </p:txBody>
      </p:sp>
      <p:sp>
        <p:nvSpPr>
          <p:cNvPr id="10" name="Text 8"/>
          <p:cNvSpPr/>
          <p:nvPr/>
        </p:nvSpPr>
        <p:spPr>
          <a:xfrm>
            <a:off x="3108960" y="2014423"/>
            <a:ext cx="2468880" cy="469087"/>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Medium-Risk Accounts</a:t>
            </a:r>
            <a:endParaRPr lang="en-US" sz="1000" dirty="0">
              <a:solidFill>
                <a:schemeClr val="bg1"/>
              </a:solidFill>
              <a:latin typeface="Arial" panose="020B0604020202020204" pitchFamily="34" charset="0"/>
            </a:endParaRPr>
          </a:p>
        </p:txBody>
      </p:sp>
      <p:sp>
        <p:nvSpPr>
          <p:cNvPr id="11" name="Shape 9"/>
          <p:cNvSpPr/>
          <p:nvPr/>
        </p:nvSpPr>
        <p:spPr>
          <a:xfrm>
            <a:off x="5760720" y="1298448"/>
            <a:ext cx="2468880" cy="1234440"/>
          </a:xfrm>
          <a:prstGeom prst="rect">
            <a:avLst/>
          </a:prstGeom>
          <a:solidFill>
            <a:srgbClr val="2D8653">
              <a:alpha val="81000"/>
            </a:srgbClr>
          </a:solidFill>
          <a:ln w="12700">
            <a:solidFill>
              <a:srgbClr val="2D8653"/>
            </a:solidFill>
            <a:prstDash val="solid"/>
          </a:ln>
          <a:effectLst>
            <a:outerShdw blurRad="101600" dist="38100" dir="8100000" algn="bl" rotWithShape="0">
              <a:srgbClr val="000000">
                <a:alpha val="12000"/>
              </a:srgbClr>
            </a:outerShdw>
          </a:effectLst>
        </p:spPr>
      </p:sp>
      <p:sp>
        <p:nvSpPr>
          <p:cNvPr id="12" name="Text 10"/>
          <p:cNvSpPr/>
          <p:nvPr/>
        </p:nvSpPr>
        <p:spPr>
          <a:xfrm>
            <a:off x="5760720" y="1435608"/>
            <a:ext cx="2468880" cy="678942"/>
          </a:xfrm>
          <a:prstGeom prst="rect">
            <a:avLst/>
          </a:prstGeom>
          <a:noFill/>
          <a:ln/>
        </p:spPr>
        <p:txBody>
          <a:bodyPr wrap="square" lIns="0" tIns="0" rIns="0" bIns="0" rtlCol="0" anchor="ctr"/>
          <a:lstStyle/>
          <a:p>
            <a:pPr marL="0" indent="0" algn="ctr">
              <a:buNone/>
            </a:pPr>
            <a:r>
              <a:rPr lang="en-US" sz="2800" b="1" dirty="0">
                <a:solidFill>
                  <a:schemeClr val="bg1"/>
                </a:solidFill>
                <a:latin typeface="Arial" panose="020B0604020202020204" pitchFamily="34" charset="0"/>
                <a:ea typeface="Calibri" pitchFamily="34" charset="-122"/>
                <a:cs typeface="Arial" panose="020B0604020202020204" pitchFamily="34" charset="0"/>
              </a:rPr>
              <a:t>6</a:t>
            </a:r>
            <a:endParaRPr lang="en-US" sz="2800" dirty="0">
              <a:solidFill>
                <a:schemeClr val="bg1"/>
              </a:solidFill>
              <a:latin typeface="Arial" panose="020B0604020202020204" pitchFamily="34" charset="0"/>
            </a:endParaRPr>
          </a:p>
        </p:txBody>
      </p:sp>
      <p:sp>
        <p:nvSpPr>
          <p:cNvPr id="13" name="Text 11"/>
          <p:cNvSpPr/>
          <p:nvPr/>
        </p:nvSpPr>
        <p:spPr>
          <a:xfrm>
            <a:off x="5760720" y="2014423"/>
            <a:ext cx="2468880" cy="469087"/>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Low-Risk Accounts</a:t>
            </a:r>
            <a:endParaRPr lang="en-US" sz="1000" dirty="0">
              <a:solidFill>
                <a:schemeClr val="bg1"/>
              </a:solidFill>
              <a:latin typeface="Arial" panose="020B0604020202020204" pitchFamily="34" charset="0"/>
            </a:endParaRPr>
          </a:p>
        </p:txBody>
      </p:sp>
      <p:sp>
        <p:nvSpPr>
          <p:cNvPr id="14" name="Shape 12"/>
          <p:cNvSpPr/>
          <p:nvPr/>
        </p:nvSpPr>
        <p:spPr>
          <a:xfrm>
            <a:off x="457200" y="2697480"/>
            <a:ext cx="3840480" cy="155996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5" name="Text 13"/>
          <p:cNvSpPr/>
          <p:nvPr/>
        </p:nvSpPr>
        <p:spPr>
          <a:xfrm>
            <a:off x="640080" y="2788920"/>
            <a:ext cx="3657600" cy="274320"/>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Risk Scoring Method</a:t>
            </a:r>
            <a:endParaRPr lang="en-US" sz="1200" dirty="0">
              <a:latin typeface="Arial" panose="020B0604020202020204" pitchFamily="34" charset="0"/>
            </a:endParaRPr>
          </a:p>
        </p:txBody>
      </p:sp>
      <p:sp>
        <p:nvSpPr>
          <p:cNvPr id="16" name="Text 14"/>
          <p:cNvSpPr/>
          <p:nvPr/>
        </p:nvSpPr>
        <p:spPr>
          <a:xfrm>
            <a:off x="640080" y="2857148"/>
            <a:ext cx="3566160" cy="1508760"/>
          </a:xfrm>
          <a:prstGeom prst="rect">
            <a:avLst/>
          </a:prstGeom>
          <a:noFill/>
          <a:ln/>
        </p:spPr>
        <p:txBody>
          <a:bodyPr wrap="square" rtlCol="0" anchor="ctr"/>
          <a:lstStyle/>
          <a:p>
            <a:pPr marL="342900" indent="-342900">
              <a:buSzPct val="100000"/>
              <a:buChar char="•"/>
            </a:pPr>
            <a:r>
              <a:rPr lang="en-US" sz="1100" dirty="0">
                <a:latin typeface="Arial" panose="020B0604020202020204" pitchFamily="34" charset="0"/>
                <a:ea typeface="Calibri" pitchFamily="34" charset="-122"/>
                <a:cs typeface="Arial" panose="020B0604020202020204" pitchFamily="34" charset="0"/>
              </a:rPr>
              <a:t>Sentiment score ≤ 2.5  →  +2 pts</a:t>
            </a:r>
            <a:endParaRPr lang="en-US" sz="1100" dirty="0">
              <a:latin typeface="Arial" panose="020B0604020202020204" pitchFamily="34" charset="0"/>
            </a:endParaRPr>
          </a:p>
          <a:p>
            <a:pPr marL="342900" indent="-342900">
              <a:buSzPct val="100000"/>
              <a:buChar char="•"/>
            </a:pPr>
            <a:r>
              <a:rPr lang="en-US" sz="1100" dirty="0">
                <a:latin typeface="Arial" panose="020B0604020202020204" pitchFamily="34" charset="0"/>
                <a:ea typeface="Calibri" pitchFamily="34" charset="-122"/>
                <a:cs typeface="Arial" panose="020B0604020202020204" pitchFamily="34" charset="0"/>
              </a:rPr>
              <a:t>churn_signal key moment  →  +3 pts</a:t>
            </a:r>
            <a:endParaRPr lang="en-US" sz="1100" dirty="0">
              <a:latin typeface="Arial" panose="020B0604020202020204" pitchFamily="34" charset="0"/>
            </a:endParaRPr>
          </a:p>
          <a:p>
            <a:pPr marL="342900" indent="-342900">
              <a:buSzPct val="100000"/>
              <a:buChar char="•"/>
            </a:pPr>
            <a:r>
              <a:rPr lang="en-US" sz="1100" dirty="0">
                <a:latin typeface="Arial" panose="020B0604020202020204" pitchFamily="34" charset="0"/>
                <a:ea typeface="Calibri" pitchFamily="34" charset="-122"/>
                <a:cs typeface="Arial" panose="020B0604020202020204" pitchFamily="34" charset="0"/>
              </a:rPr>
              <a:t>concern key moment  →  +1 pt</a:t>
            </a:r>
            <a:endParaRPr lang="en-US" sz="1100" dirty="0">
              <a:latin typeface="Arial" panose="020B0604020202020204" pitchFamily="34" charset="0"/>
            </a:endParaRPr>
          </a:p>
          <a:p>
            <a:pPr marL="342900" indent="-342900">
              <a:buSzPct val="100000"/>
              <a:buChar char="•"/>
            </a:pPr>
            <a:r>
              <a:rPr lang="en-US" sz="1100" dirty="0">
                <a:latin typeface="Arial" panose="020B0604020202020204" pitchFamily="34" charset="0"/>
                <a:ea typeface="Calibri" pitchFamily="34" charset="-122"/>
                <a:cs typeface="Arial" panose="020B0604020202020204" pitchFamily="34" charset="0"/>
              </a:rPr>
              <a:t>URGENT / ESCALATION in title  →  +2 pts</a:t>
            </a:r>
            <a:endParaRPr lang="en-US" sz="1100" dirty="0">
              <a:latin typeface="Arial" panose="020B0604020202020204" pitchFamily="34" charset="0"/>
            </a:endParaRPr>
          </a:p>
          <a:p>
            <a:pPr marL="342900" indent="-342900">
              <a:buSzPct val="100000"/>
              <a:buChar char="•"/>
            </a:pPr>
            <a:r>
              <a:rPr lang="en-US" sz="1100" dirty="0">
                <a:latin typeface="Arial" panose="020B0604020202020204" pitchFamily="34" charset="0"/>
                <a:ea typeface="Calibri" pitchFamily="34" charset="-122"/>
                <a:cs typeface="Arial" panose="020B0604020202020204" pitchFamily="34" charset="0"/>
              </a:rPr>
              <a:t>Score ≥ 3  →  High Risk</a:t>
            </a:r>
            <a:endParaRPr lang="en-US" sz="1100" dirty="0">
              <a:latin typeface="Arial" panose="020B0604020202020204" pitchFamily="34" charset="0"/>
            </a:endParaRPr>
          </a:p>
          <a:p>
            <a:pPr marL="342900" indent="-342900">
              <a:buSzPct val="100000"/>
              <a:buChar char="•"/>
            </a:pPr>
            <a:r>
              <a:rPr lang="en-US" sz="1100" dirty="0">
                <a:latin typeface="Arial" panose="020B0604020202020204" pitchFamily="34" charset="0"/>
                <a:ea typeface="Calibri" pitchFamily="34" charset="-122"/>
                <a:cs typeface="Arial" panose="020B0604020202020204" pitchFamily="34" charset="0"/>
              </a:rPr>
              <a:t>Score 1–2  →  Medium Risk</a:t>
            </a:r>
            <a:endParaRPr lang="en-US" sz="1100" dirty="0">
              <a:latin typeface="Arial" panose="020B0604020202020204" pitchFamily="34" charset="0"/>
            </a:endParaRPr>
          </a:p>
        </p:txBody>
      </p:sp>
      <p:sp>
        <p:nvSpPr>
          <p:cNvPr id="17" name="Shape 15"/>
          <p:cNvSpPr/>
          <p:nvPr/>
        </p:nvSpPr>
        <p:spPr>
          <a:xfrm>
            <a:off x="4572000" y="2697480"/>
            <a:ext cx="4023360" cy="155996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8" name="Text 16"/>
          <p:cNvSpPr/>
          <p:nvPr/>
        </p:nvSpPr>
        <p:spPr>
          <a:xfrm>
            <a:off x="4754880" y="2788920"/>
            <a:ext cx="3840480" cy="274320"/>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Sample High-Risk Accounts</a:t>
            </a:r>
            <a:endParaRPr lang="en-US" sz="1200" dirty="0">
              <a:latin typeface="Arial" panose="020B0604020202020204" pitchFamily="34" charset="0"/>
            </a:endParaRPr>
          </a:p>
        </p:txBody>
      </p:sp>
      <p:sp>
        <p:nvSpPr>
          <p:cNvPr id="19" name="Text 17"/>
          <p:cNvSpPr/>
          <p:nvPr/>
        </p:nvSpPr>
        <p:spPr>
          <a:xfrm>
            <a:off x="4709160" y="2772039"/>
            <a:ext cx="3886200" cy="1554480"/>
          </a:xfrm>
          <a:prstGeom prst="rect">
            <a:avLst/>
          </a:prstGeom>
          <a:noFill/>
          <a:ln/>
        </p:spPr>
        <p:txBody>
          <a:bodyPr wrap="square" rtlCol="0" anchor="ctr"/>
          <a:lstStyle/>
          <a:p>
            <a:pPr marL="342900" indent="-342900">
              <a:buSzPct val="100000"/>
              <a:buChar char="•"/>
            </a:pPr>
            <a:r>
              <a:rPr lang="en-US" sz="1000" dirty="0">
                <a:latin typeface="Arial" panose="020B0604020202020204" pitchFamily="34" charset="0"/>
                <a:ea typeface="Calibri" pitchFamily="34" charset="-122"/>
                <a:cs typeface="Arial" panose="020B0604020202020204" pitchFamily="34" charset="0"/>
              </a:rPr>
              <a:t>Northstar Pharma — Detect outage compliance impact</a:t>
            </a:r>
            <a:endParaRPr lang="en-US" sz="1000" dirty="0">
              <a:latin typeface="Arial" panose="020B0604020202020204" pitchFamily="34" charset="0"/>
            </a:endParaRPr>
          </a:p>
          <a:p>
            <a:pPr marL="342900" indent="-342900">
              <a:buSzPct val="100000"/>
              <a:buChar char="•"/>
            </a:pPr>
            <a:r>
              <a:rPr lang="en-US" sz="1000" dirty="0">
                <a:latin typeface="Arial" panose="020B0604020202020204" pitchFamily="34" charset="0"/>
                <a:ea typeface="Calibri" pitchFamily="34" charset="-122"/>
                <a:cs typeface="Arial" panose="020B0604020202020204" pitchFamily="34" charset="0"/>
              </a:rPr>
              <a:t>Forge Industries — PCI DSS + billing dispute</a:t>
            </a:r>
            <a:endParaRPr lang="en-US" sz="1000" dirty="0">
              <a:latin typeface="Arial" panose="020B0604020202020204" pitchFamily="34" charset="0"/>
            </a:endParaRPr>
          </a:p>
          <a:p>
            <a:pPr marL="342900" indent="-342900">
              <a:buSzPct val="100000"/>
              <a:buChar char="•"/>
            </a:pPr>
            <a:r>
              <a:rPr lang="en-US" sz="1000" dirty="0">
                <a:latin typeface="Arial" panose="020B0604020202020204" pitchFamily="34" charset="0"/>
                <a:ea typeface="Calibri" pitchFamily="34" charset="-122"/>
                <a:cs typeface="Arial" panose="020B0604020202020204" pitchFamily="34" charset="0"/>
              </a:rPr>
              <a:t>Summit Trust — Alert delays + billing inquiry</a:t>
            </a:r>
            <a:endParaRPr lang="en-US" sz="1000" dirty="0">
              <a:latin typeface="Arial" panose="020B0604020202020204" pitchFamily="34" charset="0"/>
            </a:endParaRPr>
          </a:p>
          <a:p>
            <a:pPr marL="342900" indent="-342900">
              <a:buSzPct val="100000"/>
              <a:buChar char="•"/>
            </a:pPr>
            <a:r>
              <a:rPr lang="en-US" sz="1000" dirty="0">
                <a:latin typeface="Arial" panose="020B0604020202020204" pitchFamily="34" charset="0"/>
                <a:ea typeface="Calibri" pitchFamily="34" charset="-122"/>
                <a:cs typeface="Arial" panose="020B0604020202020204" pitchFamily="34" charset="0"/>
              </a:rPr>
              <a:t>Quantum Edge — Renewal concerns + negative sentiment</a:t>
            </a:r>
            <a:endParaRPr lang="en-US" sz="1000" dirty="0">
              <a:latin typeface="Arial" panose="020B0604020202020204" pitchFamily="34" charset="0"/>
            </a:endParaRPr>
          </a:p>
          <a:p>
            <a:pPr marL="342900" indent="-342900">
              <a:buSzPct val="100000"/>
              <a:buChar char="•"/>
            </a:pPr>
            <a:r>
              <a:rPr lang="en-US" sz="1000" dirty="0">
                <a:latin typeface="Arial" panose="020B0604020202020204" pitchFamily="34" charset="0"/>
                <a:ea typeface="Calibri" pitchFamily="34" charset="-122"/>
                <a:cs typeface="Arial" panose="020B0604020202020204" pitchFamily="34" charset="0"/>
              </a:rPr>
              <a:t>Meridian Capital — Reliability discussion flagged</a:t>
            </a:r>
            <a:endParaRPr lang="en-US" sz="1000" dirty="0">
              <a:latin typeface="Arial" panose="020B0604020202020204" pitchFamily="34" charset="0"/>
            </a:endParaRPr>
          </a:p>
        </p:txBody>
      </p:sp>
      <p:sp>
        <p:nvSpPr>
          <p:cNvPr id="21" name="Text 19"/>
          <p:cNvSpPr/>
          <p:nvPr/>
        </p:nvSpPr>
        <p:spPr>
          <a:xfrm>
            <a:off x="457200" y="4417959"/>
            <a:ext cx="8412480" cy="457200"/>
          </a:xfrm>
          <a:prstGeom prst="rect">
            <a:avLst/>
          </a:prstGeom>
          <a:noFill/>
          <a:ln/>
        </p:spPr>
        <p:txBody>
          <a:bodyPr wrap="square" lIns="0" tIns="0" rIns="0" bIns="0" rtlCol="0" anchor="ctr"/>
          <a:lstStyle/>
          <a:p>
            <a:r>
              <a:rPr lang="en-US" sz="1050" b="1" dirty="0">
                <a:latin typeface="Arial" panose="020B0604020202020204" pitchFamily="34" charset="0"/>
                <a:cs typeface="Arial" panose="020B0604020202020204" pitchFamily="34" charset="0"/>
              </a:rPr>
              <a:t>Why This Matters for Sales Leaders: </a:t>
            </a:r>
            <a:r>
              <a:rPr lang="en-US" sz="1050" dirty="0">
                <a:latin typeface="Arial" panose="020B0604020202020204" pitchFamily="34" charset="0"/>
                <a:cs typeface="Arial" panose="020B0604020202020204" pitchFamily="34" charset="0"/>
              </a:rPr>
              <a:t>A real time churn risk score surfaced before renewal conversations would allow account managers to prioritize outreach and prepare the right talking points before customers decide to leave.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Bonus Insight #2 — Escalation &amp; Incident Patterns</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r>
              <a:rPr lang="en-US" sz="1200" dirty="0">
                <a:latin typeface="Arial" panose="020B0604020202020204" pitchFamily="34" charset="0"/>
                <a:cs typeface="Arial" panose="020B0604020202020204" pitchFamily="34" charset="0"/>
              </a:rPr>
              <a:t>The Detect outage spread across all three call types, creating more than 15 connected touchpoints.</a:t>
            </a: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sp>
        <p:nvSpPr>
          <p:cNvPr id="5" name="Shape 3"/>
          <p:cNvSpPr/>
          <p:nvPr/>
        </p:nvSpPr>
        <p:spPr>
          <a:xfrm>
            <a:off x="411480" y="1417320"/>
            <a:ext cx="1920240" cy="1371600"/>
          </a:xfrm>
          <a:prstGeom prst="rect">
            <a:avLst/>
          </a:prstGeom>
          <a:solidFill>
            <a:srgbClr val="0D1B2A">
              <a:alpha val="66000"/>
            </a:srgbClr>
          </a:solidFill>
          <a:ln w="12700">
            <a:solidFill>
              <a:srgbClr val="0D1B2A"/>
            </a:solidFill>
            <a:prstDash val="solid"/>
          </a:ln>
          <a:effectLst>
            <a:outerShdw blurRad="101600" dist="38100" dir="8100000" algn="bl" rotWithShape="0">
              <a:srgbClr val="000000">
                <a:alpha val="12000"/>
              </a:srgbClr>
            </a:outerShdw>
          </a:effectLst>
        </p:spPr>
      </p:sp>
      <p:sp>
        <p:nvSpPr>
          <p:cNvPr id="6" name="Text 4"/>
          <p:cNvSpPr/>
          <p:nvPr/>
        </p:nvSpPr>
        <p:spPr>
          <a:xfrm>
            <a:off x="484632" y="1508760"/>
            <a:ext cx="1773936" cy="594360"/>
          </a:xfrm>
          <a:prstGeom prst="rect">
            <a:avLst/>
          </a:prstGeom>
          <a:noFill/>
          <a:ln/>
        </p:spPr>
        <p:txBody>
          <a:bodyPr wrap="square" lIns="0" tIns="0" rIns="0" bIns="0" rtlCol="0" anchor="ctr"/>
          <a:lstStyle/>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INCIDENT</a:t>
            </a:r>
            <a:endParaRPr lang="en-US" sz="1100" dirty="0">
              <a:solidFill>
                <a:schemeClr val="bg1"/>
              </a:solidFill>
              <a:latin typeface="Arial" panose="020B0604020202020204" pitchFamily="34" charset="0"/>
            </a:endParaRPr>
          </a:p>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War Room</a:t>
            </a:r>
            <a:endParaRPr lang="en-US" sz="1100" dirty="0">
              <a:solidFill>
                <a:schemeClr val="bg1"/>
              </a:solidFill>
              <a:latin typeface="Arial" panose="020B0604020202020204" pitchFamily="34" charset="0"/>
            </a:endParaRPr>
          </a:p>
        </p:txBody>
      </p:sp>
      <p:sp>
        <p:nvSpPr>
          <p:cNvPr id="7" name="Text 5"/>
          <p:cNvSpPr/>
          <p:nvPr/>
        </p:nvSpPr>
        <p:spPr>
          <a:xfrm>
            <a:off x="484632" y="2121408"/>
            <a:ext cx="1773936" cy="548640"/>
          </a:xfrm>
          <a:prstGeom prst="rect">
            <a:avLst/>
          </a:prstGeom>
          <a:noFill/>
          <a:ln/>
        </p:spPr>
        <p:txBody>
          <a:bodyPr wrap="square" lIns="0" tIns="0" rIns="0" bIns="0" rtlCol="0" anchor="ctr"/>
          <a:lstStyle/>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Internal eng team</a:t>
            </a:r>
            <a:endParaRPr lang="en-US" sz="900" dirty="0">
              <a:solidFill>
                <a:schemeClr val="bg1"/>
              </a:solidFill>
              <a:latin typeface="Arial" panose="020B0604020202020204" pitchFamily="34" charset="0"/>
            </a:endParaRPr>
          </a:p>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triage &amp; root cause</a:t>
            </a:r>
            <a:endParaRPr lang="en-US" sz="900" dirty="0">
              <a:solidFill>
                <a:schemeClr val="bg1"/>
              </a:solidFill>
              <a:latin typeface="Arial" panose="020B0604020202020204" pitchFamily="34" charset="0"/>
            </a:endParaRPr>
          </a:p>
        </p:txBody>
      </p:sp>
      <p:sp>
        <p:nvSpPr>
          <p:cNvPr id="8" name="Shape 6"/>
          <p:cNvSpPr/>
          <p:nvPr/>
        </p:nvSpPr>
        <p:spPr>
          <a:xfrm>
            <a:off x="2331720" y="2048256"/>
            <a:ext cx="228600" cy="54864"/>
          </a:xfrm>
          <a:prstGeom prst="rect">
            <a:avLst/>
          </a:prstGeom>
          <a:solidFill>
            <a:srgbClr val="64748B"/>
          </a:solidFill>
          <a:ln w="12700">
            <a:solidFill>
              <a:srgbClr val="64748B"/>
            </a:solidFill>
            <a:prstDash val="solid"/>
          </a:ln>
        </p:spPr>
      </p:sp>
      <p:sp>
        <p:nvSpPr>
          <p:cNvPr id="9" name="Shape 7"/>
          <p:cNvSpPr/>
          <p:nvPr/>
        </p:nvSpPr>
        <p:spPr>
          <a:xfrm>
            <a:off x="2514600" y="1417320"/>
            <a:ext cx="1920240" cy="1371600"/>
          </a:xfrm>
          <a:prstGeom prst="rect">
            <a:avLst/>
          </a:prstGeom>
          <a:solidFill>
            <a:srgbClr val="C0392B">
              <a:alpha val="75000"/>
            </a:srgbClr>
          </a:solidFill>
          <a:ln w="12700">
            <a:solidFill>
              <a:srgbClr val="C0392B"/>
            </a:solidFill>
            <a:prstDash val="solid"/>
          </a:ln>
          <a:effectLst>
            <a:outerShdw blurRad="101600" dist="38100" dir="8100000" algn="bl" rotWithShape="0">
              <a:srgbClr val="000000">
                <a:alpha val="12000"/>
              </a:srgbClr>
            </a:outerShdw>
          </a:effectLst>
        </p:spPr>
      </p:sp>
      <p:sp>
        <p:nvSpPr>
          <p:cNvPr id="10" name="Text 8"/>
          <p:cNvSpPr/>
          <p:nvPr/>
        </p:nvSpPr>
        <p:spPr>
          <a:xfrm>
            <a:off x="2587752" y="1508760"/>
            <a:ext cx="1773936" cy="594360"/>
          </a:xfrm>
          <a:prstGeom prst="rect">
            <a:avLst/>
          </a:prstGeom>
          <a:noFill/>
          <a:ln/>
        </p:spPr>
        <p:txBody>
          <a:bodyPr wrap="square" lIns="0" tIns="0" rIns="0" bIns="0" rtlCol="0" anchor="ctr"/>
          <a:lstStyle/>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ESCALATION</a:t>
            </a:r>
            <a:endParaRPr lang="en-US" sz="1100" dirty="0">
              <a:solidFill>
                <a:schemeClr val="bg1"/>
              </a:solidFill>
              <a:latin typeface="Arial" panose="020B0604020202020204" pitchFamily="34" charset="0"/>
            </a:endParaRPr>
          </a:p>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Bridge</a:t>
            </a:r>
            <a:endParaRPr lang="en-US" sz="1100" dirty="0">
              <a:solidFill>
                <a:schemeClr val="bg1"/>
              </a:solidFill>
              <a:latin typeface="Arial" panose="020B0604020202020204" pitchFamily="34" charset="0"/>
            </a:endParaRPr>
          </a:p>
        </p:txBody>
      </p:sp>
      <p:sp>
        <p:nvSpPr>
          <p:cNvPr id="11" name="Text 9"/>
          <p:cNvSpPr/>
          <p:nvPr/>
        </p:nvSpPr>
        <p:spPr>
          <a:xfrm>
            <a:off x="2587752" y="2121408"/>
            <a:ext cx="1773936" cy="548640"/>
          </a:xfrm>
          <a:prstGeom prst="rect">
            <a:avLst/>
          </a:prstGeom>
          <a:noFill/>
          <a:ln/>
        </p:spPr>
        <p:txBody>
          <a:bodyPr wrap="square" lIns="0" tIns="0" rIns="0" bIns="0" rtlCol="0" anchor="ctr"/>
          <a:lstStyle/>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Cross-team bridge</a:t>
            </a:r>
            <a:endParaRPr lang="en-US" sz="900" dirty="0">
              <a:solidFill>
                <a:schemeClr val="bg1"/>
              </a:solidFill>
              <a:latin typeface="Arial" panose="020B0604020202020204" pitchFamily="34" charset="0"/>
            </a:endParaRPr>
          </a:p>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with support &amp; CSM</a:t>
            </a:r>
            <a:endParaRPr lang="en-US" sz="900" dirty="0">
              <a:solidFill>
                <a:schemeClr val="bg1"/>
              </a:solidFill>
              <a:latin typeface="Arial" panose="020B0604020202020204" pitchFamily="34" charset="0"/>
            </a:endParaRPr>
          </a:p>
        </p:txBody>
      </p:sp>
      <p:sp>
        <p:nvSpPr>
          <p:cNvPr id="12" name="Shape 10"/>
          <p:cNvSpPr/>
          <p:nvPr/>
        </p:nvSpPr>
        <p:spPr>
          <a:xfrm>
            <a:off x="4434840" y="2048256"/>
            <a:ext cx="228600" cy="54864"/>
          </a:xfrm>
          <a:prstGeom prst="rect">
            <a:avLst/>
          </a:prstGeom>
          <a:solidFill>
            <a:srgbClr val="64748B"/>
          </a:solidFill>
          <a:ln w="12700">
            <a:solidFill>
              <a:srgbClr val="64748B"/>
            </a:solidFill>
            <a:prstDash val="solid"/>
          </a:ln>
        </p:spPr>
      </p:sp>
      <p:sp>
        <p:nvSpPr>
          <p:cNvPr id="13" name="Shape 11"/>
          <p:cNvSpPr/>
          <p:nvPr/>
        </p:nvSpPr>
        <p:spPr>
          <a:xfrm>
            <a:off x="4617720" y="1417320"/>
            <a:ext cx="1920240" cy="1371600"/>
          </a:xfrm>
          <a:prstGeom prst="rect">
            <a:avLst/>
          </a:prstGeom>
          <a:solidFill>
            <a:srgbClr val="E07B39">
              <a:alpha val="82000"/>
            </a:srgbClr>
          </a:solidFill>
          <a:ln w="12700">
            <a:solidFill>
              <a:srgbClr val="E07B39"/>
            </a:solidFill>
            <a:prstDash val="solid"/>
          </a:ln>
          <a:effectLst>
            <a:outerShdw blurRad="101600" dist="38100" dir="8100000" algn="bl" rotWithShape="0">
              <a:srgbClr val="000000">
                <a:alpha val="12000"/>
              </a:srgbClr>
            </a:outerShdw>
          </a:effectLst>
        </p:spPr>
      </p:sp>
      <p:sp>
        <p:nvSpPr>
          <p:cNvPr id="14" name="Text 12"/>
          <p:cNvSpPr/>
          <p:nvPr/>
        </p:nvSpPr>
        <p:spPr>
          <a:xfrm>
            <a:off x="4690872" y="1508760"/>
            <a:ext cx="1773936" cy="594360"/>
          </a:xfrm>
          <a:prstGeom prst="rect">
            <a:avLst/>
          </a:prstGeom>
          <a:noFill/>
          <a:ln/>
        </p:spPr>
        <p:txBody>
          <a:bodyPr wrap="square" lIns="0" tIns="0" rIns="0" bIns="0" rtlCol="0" anchor="ctr"/>
          <a:lstStyle/>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CUSTOMER</a:t>
            </a:r>
            <a:endParaRPr lang="en-US" sz="1100" dirty="0">
              <a:solidFill>
                <a:schemeClr val="bg1"/>
              </a:solidFill>
              <a:latin typeface="Arial" panose="020B0604020202020204" pitchFamily="34" charset="0"/>
            </a:endParaRPr>
          </a:p>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Urgent Calls</a:t>
            </a:r>
            <a:endParaRPr lang="en-US" sz="1100" dirty="0">
              <a:solidFill>
                <a:schemeClr val="bg1"/>
              </a:solidFill>
              <a:latin typeface="Arial" panose="020B0604020202020204" pitchFamily="34" charset="0"/>
            </a:endParaRPr>
          </a:p>
        </p:txBody>
      </p:sp>
      <p:sp>
        <p:nvSpPr>
          <p:cNvPr id="15" name="Text 13"/>
          <p:cNvSpPr/>
          <p:nvPr/>
        </p:nvSpPr>
        <p:spPr>
          <a:xfrm>
            <a:off x="4690872" y="2121408"/>
            <a:ext cx="1773936" cy="548640"/>
          </a:xfrm>
          <a:prstGeom prst="rect">
            <a:avLst/>
          </a:prstGeom>
          <a:noFill/>
          <a:ln/>
        </p:spPr>
        <p:txBody>
          <a:bodyPr wrap="square" lIns="0" tIns="0" rIns="0" bIns="0" rtlCol="0" anchor="ctr"/>
          <a:lstStyle/>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Northstar Pharma,</a:t>
            </a:r>
            <a:endParaRPr lang="en-US" sz="900" dirty="0">
              <a:solidFill>
                <a:schemeClr val="bg1"/>
              </a:solidFill>
              <a:latin typeface="Arial" panose="020B0604020202020204" pitchFamily="34" charset="0"/>
            </a:endParaRPr>
          </a:p>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Blackridge flagged</a:t>
            </a:r>
            <a:endParaRPr lang="en-US" sz="900" dirty="0">
              <a:solidFill>
                <a:schemeClr val="bg1"/>
              </a:solidFill>
              <a:latin typeface="Arial" panose="020B0604020202020204" pitchFamily="34" charset="0"/>
            </a:endParaRPr>
          </a:p>
        </p:txBody>
      </p:sp>
      <p:sp>
        <p:nvSpPr>
          <p:cNvPr id="16" name="Shape 14"/>
          <p:cNvSpPr/>
          <p:nvPr/>
        </p:nvSpPr>
        <p:spPr>
          <a:xfrm>
            <a:off x="6537960" y="2048256"/>
            <a:ext cx="228600" cy="54864"/>
          </a:xfrm>
          <a:prstGeom prst="rect">
            <a:avLst/>
          </a:prstGeom>
          <a:solidFill>
            <a:srgbClr val="64748B"/>
          </a:solidFill>
          <a:ln w="12700">
            <a:solidFill>
              <a:srgbClr val="64748B"/>
            </a:solidFill>
            <a:prstDash val="solid"/>
          </a:ln>
        </p:spPr>
      </p:sp>
      <p:sp>
        <p:nvSpPr>
          <p:cNvPr id="17" name="Shape 15"/>
          <p:cNvSpPr/>
          <p:nvPr/>
        </p:nvSpPr>
        <p:spPr>
          <a:xfrm>
            <a:off x="6720840" y="1417320"/>
            <a:ext cx="1920240" cy="1371600"/>
          </a:xfrm>
          <a:prstGeom prst="rect">
            <a:avLst/>
          </a:prstGeom>
          <a:solidFill>
            <a:srgbClr val="1A6B7C">
              <a:alpha val="83000"/>
            </a:srgbClr>
          </a:solidFill>
          <a:ln w="12700">
            <a:solidFill>
              <a:srgbClr val="1A6B7C"/>
            </a:solidFill>
            <a:prstDash val="solid"/>
          </a:ln>
          <a:effectLst>
            <a:outerShdw blurRad="101600" dist="38100" dir="8100000" algn="bl" rotWithShape="0">
              <a:srgbClr val="000000">
                <a:alpha val="12000"/>
              </a:srgbClr>
            </a:outerShdw>
          </a:effectLst>
        </p:spPr>
      </p:sp>
      <p:sp>
        <p:nvSpPr>
          <p:cNvPr id="18" name="Text 16"/>
          <p:cNvSpPr/>
          <p:nvPr/>
        </p:nvSpPr>
        <p:spPr>
          <a:xfrm>
            <a:off x="6793992" y="1508760"/>
            <a:ext cx="1773936" cy="594360"/>
          </a:xfrm>
          <a:prstGeom prst="rect">
            <a:avLst/>
          </a:prstGeom>
          <a:noFill/>
          <a:ln/>
        </p:spPr>
        <p:txBody>
          <a:bodyPr wrap="square" lIns="0" tIns="0" rIns="0" bIns="0" rtlCol="0" anchor="ctr"/>
          <a:lstStyle/>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POST-INCIDENT</a:t>
            </a:r>
            <a:endParaRPr lang="en-US" sz="1100" dirty="0">
              <a:solidFill>
                <a:schemeClr val="bg1"/>
              </a:solidFill>
              <a:latin typeface="Arial" panose="020B0604020202020204" pitchFamily="34" charset="0"/>
            </a:endParaRPr>
          </a:p>
          <a:p>
            <a:pPr marL="0" indent="0" algn="ctr">
              <a:buNone/>
            </a:pPr>
            <a:r>
              <a:rPr lang="en-US" sz="1100" b="1" dirty="0">
                <a:solidFill>
                  <a:schemeClr val="bg1"/>
                </a:solidFill>
                <a:latin typeface="Arial" panose="020B0604020202020204" pitchFamily="34" charset="0"/>
                <a:ea typeface="Calibri" pitchFamily="34" charset="-122"/>
                <a:cs typeface="Arial" panose="020B0604020202020204" pitchFamily="34" charset="0"/>
              </a:rPr>
              <a:t>Review</a:t>
            </a:r>
            <a:endParaRPr lang="en-US" sz="1100" dirty="0">
              <a:solidFill>
                <a:schemeClr val="bg1"/>
              </a:solidFill>
              <a:latin typeface="Arial" panose="020B0604020202020204" pitchFamily="34" charset="0"/>
            </a:endParaRPr>
          </a:p>
        </p:txBody>
      </p:sp>
      <p:sp>
        <p:nvSpPr>
          <p:cNvPr id="19" name="Text 17"/>
          <p:cNvSpPr/>
          <p:nvPr/>
        </p:nvSpPr>
        <p:spPr>
          <a:xfrm>
            <a:off x="6793992" y="2121408"/>
            <a:ext cx="1773936" cy="548640"/>
          </a:xfrm>
          <a:prstGeom prst="rect">
            <a:avLst/>
          </a:prstGeom>
          <a:noFill/>
          <a:ln/>
        </p:spPr>
        <p:txBody>
          <a:bodyPr wrap="square" lIns="0" tIns="0" rIns="0" bIns="0" rtlCol="0" anchor="ctr"/>
          <a:lstStyle/>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Root cause doc +</a:t>
            </a:r>
            <a:endParaRPr lang="en-US" sz="900" dirty="0">
              <a:solidFill>
                <a:schemeClr val="bg1"/>
              </a:solidFill>
              <a:latin typeface="Arial" panose="020B0604020202020204" pitchFamily="34" charset="0"/>
            </a:endParaRPr>
          </a:p>
          <a:p>
            <a:pPr marL="0" indent="0" algn="ctr">
              <a:buNone/>
            </a:pPr>
            <a:r>
              <a:rPr lang="en-US" sz="900" dirty="0">
                <a:solidFill>
                  <a:schemeClr val="bg1"/>
                </a:solidFill>
                <a:latin typeface="Arial" panose="020B0604020202020204" pitchFamily="34" charset="0"/>
                <a:ea typeface="Calibri" pitchFamily="34" charset="-122"/>
                <a:cs typeface="Arial" panose="020B0604020202020204" pitchFamily="34" charset="0"/>
              </a:rPr>
              <a:t>postmortem planning</a:t>
            </a:r>
            <a:endParaRPr lang="en-US" sz="900" dirty="0">
              <a:solidFill>
                <a:schemeClr val="bg1"/>
              </a:solidFill>
              <a:latin typeface="Arial" panose="020B0604020202020204" pitchFamily="34" charset="0"/>
            </a:endParaRPr>
          </a:p>
        </p:txBody>
      </p:sp>
      <p:sp>
        <p:nvSpPr>
          <p:cNvPr id="20" name="Shape 18"/>
          <p:cNvSpPr/>
          <p:nvPr/>
        </p:nvSpPr>
        <p:spPr>
          <a:xfrm>
            <a:off x="411480" y="3017520"/>
            <a:ext cx="4023360" cy="658368"/>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21" name="Text 19"/>
          <p:cNvSpPr/>
          <p:nvPr/>
        </p:nvSpPr>
        <p:spPr>
          <a:xfrm>
            <a:off x="914400" y="3130151"/>
            <a:ext cx="1005840" cy="475488"/>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5</a:t>
            </a:r>
            <a:endParaRPr lang="en-US" sz="2200" dirty="0">
              <a:latin typeface="Arial" panose="020B0604020202020204" pitchFamily="34" charset="0"/>
            </a:endParaRPr>
          </a:p>
        </p:txBody>
      </p:sp>
      <p:sp>
        <p:nvSpPr>
          <p:cNvPr id="22" name="Text 20"/>
          <p:cNvSpPr/>
          <p:nvPr/>
        </p:nvSpPr>
        <p:spPr>
          <a:xfrm>
            <a:off x="1388291" y="3162155"/>
            <a:ext cx="2743200" cy="365760"/>
          </a:xfrm>
          <a:prstGeom prst="rect">
            <a:avLst/>
          </a:prstGeom>
          <a:noFill/>
          <a:ln/>
        </p:spPr>
        <p:txBody>
          <a:bodyPr wrap="square" lIns="0" tIns="0" rIns="0" bIns="0" rtlCol="0" anchor="ctr"/>
          <a:lstStyle/>
          <a:p>
            <a:pPr marL="0" indent="0">
              <a:buNone/>
            </a:pPr>
            <a:r>
              <a:rPr lang="en-US" sz="1100" dirty="0">
                <a:latin typeface="Arial" panose="020B0604020202020204" pitchFamily="34" charset="0"/>
                <a:ea typeface="Calibri" pitchFamily="34" charset="-122"/>
                <a:cs typeface="Arial" panose="020B0604020202020204" pitchFamily="34" charset="0"/>
              </a:rPr>
              <a:t>Internal calls tied to the outage</a:t>
            </a:r>
            <a:endParaRPr lang="en-US" sz="1100" dirty="0">
              <a:latin typeface="Arial" panose="020B0604020202020204" pitchFamily="34" charset="0"/>
            </a:endParaRPr>
          </a:p>
        </p:txBody>
      </p:sp>
      <p:sp>
        <p:nvSpPr>
          <p:cNvPr id="23" name="Shape 21"/>
          <p:cNvSpPr/>
          <p:nvPr/>
        </p:nvSpPr>
        <p:spPr>
          <a:xfrm>
            <a:off x="4800600" y="3017520"/>
            <a:ext cx="4023360" cy="658368"/>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24" name="Text 22"/>
          <p:cNvSpPr/>
          <p:nvPr/>
        </p:nvSpPr>
        <p:spPr>
          <a:xfrm>
            <a:off x="5274491" y="3099816"/>
            <a:ext cx="1005840" cy="475488"/>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3</a:t>
            </a:r>
            <a:endParaRPr lang="en-US" sz="2200" dirty="0">
              <a:latin typeface="Arial" panose="020B0604020202020204" pitchFamily="34" charset="0"/>
            </a:endParaRPr>
          </a:p>
        </p:txBody>
      </p:sp>
      <p:sp>
        <p:nvSpPr>
          <p:cNvPr id="25" name="Text 23"/>
          <p:cNvSpPr/>
          <p:nvPr/>
        </p:nvSpPr>
        <p:spPr>
          <a:xfrm>
            <a:off x="5786265" y="3154680"/>
            <a:ext cx="2743200" cy="365760"/>
          </a:xfrm>
          <a:prstGeom prst="rect">
            <a:avLst/>
          </a:prstGeom>
          <a:noFill/>
          <a:ln/>
        </p:spPr>
        <p:txBody>
          <a:bodyPr wrap="square" lIns="0" tIns="0" rIns="0" bIns="0" rtlCol="0" anchor="ctr"/>
          <a:lstStyle/>
          <a:p>
            <a:pPr marL="0" indent="0">
              <a:buNone/>
            </a:pPr>
            <a:r>
              <a:rPr lang="en-US" sz="1100" dirty="0">
                <a:latin typeface="Arial" panose="020B0604020202020204" pitchFamily="34" charset="0"/>
                <a:ea typeface="Calibri" pitchFamily="34" charset="-122"/>
                <a:cs typeface="Arial" panose="020B0604020202020204" pitchFamily="34" charset="0"/>
              </a:rPr>
              <a:t>URGENT customer calls escalated</a:t>
            </a:r>
            <a:endParaRPr lang="en-US" sz="1100" dirty="0">
              <a:latin typeface="Arial" panose="020B0604020202020204" pitchFamily="34" charset="0"/>
            </a:endParaRPr>
          </a:p>
        </p:txBody>
      </p:sp>
      <p:sp>
        <p:nvSpPr>
          <p:cNvPr id="26" name="Shape 24"/>
          <p:cNvSpPr/>
          <p:nvPr/>
        </p:nvSpPr>
        <p:spPr>
          <a:xfrm>
            <a:off x="411480" y="3822192"/>
            <a:ext cx="4023360" cy="658368"/>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27" name="Text 25"/>
          <p:cNvSpPr/>
          <p:nvPr/>
        </p:nvSpPr>
        <p:spPr>
          <a:xfrm>
            <a:off x="744583" y="3915228"/>
            <a:ext cx="1005840" cy="475488"/>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112</a:t>
            </a:r>
            <a:endParaRPr lang="en-US" sz="2200" dirty="0">
              <a:latin typeface="Arial" panose="020B0604020202020204" pitchFamily="34" charset="0"/>
            </a:endParaRPr>
          </a:p>
        </p:txBody>
      </p:sp>
      <p:sp>
        <p:nvSpPr>
          <p:cNvPr id="28" name="Text 26"/>
          <p:cNvSpPr/>
          <p:nvPr/>
        </p:nvSpPr>
        <p:spPr>
          <a:xfrm>
            <a:off x="1371600" y="4009354"/>
            <a:ext cx="2743200" cy="365760"/>
          </a:xfrm>
          <a:prstGeom prst="rect">
            <a:avLst/>
          </a:prstGeom>
          <a:noFill/>
          <a:ln/>
        </p:spPr>
        <p:txBody>
          <a:bodyPr wrap="square" lIns="0" tIns="0" rIns="0" bIns="0" rtlCol="0" anchor="ctr"/>
          <a:lstStyle/>
          <a:p>
            <a:pPr marL="0" indent="0">
              <a:buNone/>
            </a:pPr>
            <a:r>
              <a:rPr lang="en-US" sz="1100" dirty="0">
                <a:latin typeface="Arial" panose="020B0604020202020204" pitchFamily="34" charset="0"/>
                <a:ea typeface="Calibri" pitchFamily="34" charset="-122"/>
                <a:cs typeface="Arial" panose="020B0604020202020204" pitchFamily="34" charset="0"/>
              </a:rPr>
              <a:t>Support tickets open mid-outage (transcript data)</a:t>
            </a:r>
            <a:endParaRPr lang="en-US" sz="1100" dirty="0">
              <a:latin typeface="Arial" panose="020B0604020202020204" pitchFamily="34" charset="0"/>
            </a:endParaRPr>
          </a:p>
        </p:txBody>
      </p:sp>
      <p:sp>
        <p:nvSpPr>
          <p:cNvPr id="29" name="Shape 27"/>
          <p:cNvSpPr/>
          <p:nvPr/>
        </p:nvSpPr>
        <p:spPr>
          <a:xfrm>
            <a:off x="4800600" y="3822192"/>
            <a:ext cx="4023360" cy="658368"/>
          </a:xfrm>
          <a:prstGeom prst="rect">
            <a:avLst/>
          </a:prstGeom>
          <a:solidFill>
            <a:srgbClr val="FFFFFF"/>
          </a:solidFill>
          <a:ln w="12700">
            <a:solidFill>
              <a:srgbClr val="04012D"/>
            </a:solidFill>
            <a:prstDash val="solid"/>
          </a:ln>
          <a:effectLst>
            <a:outerShdw blurRad="101600" dist="38100" dir="8100000" algn="bl" rotWithShape="0">
              <a:srgbClr val="000000">
                <a:alpha val="12000"/>
              </a:srgbClr>
            </a:outerShdw>
          </a:effectLst>
        </p:spPr>
      </p:sp>
      <p:sp>
        <p:nvSpPr>
          <p:cNvPr id="30" name="Text 28"/>
          <p:cNvSpPr/>
          <p:nvPr/>
        </p:nvSpPr>
        <p:spPr>
          <a:xfrm>
            <a:off x="5074920" y="3910003"/>
            <a:ext cx="1005840" cy="475488"/>
          </a:xfrm>
          <a:prstGeom prst="rect">
            <a:avLst/>
          </a:prstGeom>
          <a:noFill/>
          <a:ln/>
        </p:spPr>
        <p:txBody>
          <a:bodyPr wrap="square" lIns="0" tIns="0" rIns="0" bIns="0" rtlCol="0" anchor="ctr"/>
          <a:lstStyle/>
          <a:p>
            <a:pPr marL="0" indent="0">
              <a:buNone/>
            </a:pPr>
            <a:r>
              <a:rPr lang="en-US" sz="2200" b="1" dirty="0">
                <a:latin typeface="Arial" panose="020B0604020202020204" pitchFamily="34" charset="0"/>
                <a:ea typeface="Calibri" pitchFamily="34" charset="-122"/>
                <a:cs typeface="Arial" panose="020B0604020202020204" pitchFamily="34" charset="0"/>
              </a:rPr>
              <a:t>6 hrs</a:t>
            </a:r>
            <a:endParaRPr lang="en-US" sz="2200" dirty="0">
              <a:latin typeface="Arial" panose="020B0604020202020204" pitchFamily="34" charset="0"/>
            </a:endParaRPr>
          </a:p>
        </p:txBody>
      </p:sp>
      <p:sp>
        <p:nvSpPr>
          <p:cNvPr id="31" name="Text 29"/>
          <p:cNvSpPr/>
          <p:nvPr/>
        </p:nvSpPr>
        <p:spPr>
          <a:xfrm>
            <a:off x="5897880" y="3979455"/>
            <a:ext cx="2743200" cy="365760"/>
          </a:xfrm>
          <a:prstGeom prst="rect">
            <a:avLst/>
          </a:prstGeom>
          <a:noFill/>
          <a:ln/>
        </p:spPr>
        <p:txBody>
          <a:bodyPr wrap="square" lIns="0" tIns="0" rIns="0" bIns="0" rtlCol="0" anchor="ctr"/>
          <a:lstStyle/>
          <a:p>
            <a:pPr marL="0" indent="0">
              <a:buNone/>
            </a:pPr>
            <a:r>
              <a:rPr lang="en-US" sz="1100" dirty="0">
                <a:latin typeface="Arial" panose="020B0604020202020204" pitchFamily="34" charset="0"/>
                <a:ea typeface="Calibri" pitchFamily="34" charset="-122"/>
                <a:cs typeface="Arial" panose="020B0604020202020204" pitchFamily="34" charset="0"/>
              </a:rPr>
              <a:t>Zero threat monitoring visibility for customers</a:t>
            </a:r>
            <a:endParaRPr lang="en-US" sz="1100" dirty="0">
              <a:latin typeface="Arial" panose="020B0604020202020204" pitchFamily="34" charset="0"/>
            </a:endParaRPr>
          </a:p>
        </p:txBody>
      </p:sp>
      <p:sp>
        <p:nvSpPr>
          <p:cNvPr id="32" name="Text 30"/>
          <p:cNvSpPr/>
          <p:nvPr/>
        </p:nvSpPr>
        <p:spPr>
          <a:xfrm>
            <a:off x="457200" y="4703354"/>
            <a:ext cx="8412480" cy="237744"/>
          </a:xfrm>
          <a:prstGeom prst="rect">
            <a:avLst/>
          </a:prstGeom>
          <a:noFill/>
          <a:ln/>
        </p:spPr>
        <p:txBody>
          <a:bodyPr wrap="square" lIns="0" tIns="0" rIns="0" bIns="0" rtlCol="0" anchor="ctr"/>
          <a:lstStyle/>
          <a:p>
            <a:r>
              <a:rPr lang="en-US" sz="1050" b="1" dirty="0">
                <a:latin typeface="Arial" panose="020B0604020202020204" pitchFamily="34" charset="0"/>
                <a:cs typeface="Arial" panose="020B0604020202020204" pitchFamily="34" charset="0"/>
              </a:rPr>
              <a:t>Why This Matters for Engineering Leaders: </a:t>
            </a:r>
            <a:r>
              <a:rPr lang="en-US" sz="1050" dirty="0">
                <a:latin typeface="Arial" panose="020B0604020202020204" pitchFamily="34" charset="0"/>
                <a:cs typeface="Arial" panose="020B0604020202020204" pitchFamily="34" charset="0"/>
              </a:rPr>
              <a:t>Connecting support ticket volume, customer sentiment, and internal meeting activity around a single incident creates a real-time blast-radius view, not just uptime metrics.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Bonus Insight #3 — Speaker &amp; Engagement Dynamics</a:t>
            </a:r>
            <a:endParaRPr lang="en-US" sz="24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r>
              <a:rPr lang="en-US" sz="1100" dirty="0">
                <a:latin typeface="Arial" panose="020B0604020202020204" pitchFamily="34" charset="0"/>
                <a:cs typeface="Arial" panose="020B0604020202020204" pitchFamily="34" charset="0"/>
              </a:rPr>
              <a:t>Who speaks, for how long, and how balanced the conversation feels can reveal just as much as the actual words spoken.</a:t>
            </a: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graphicFrame>
        <p:nvGraphicFramePr>
          <p:cNvPr id="5" name="Chart 0"/>
          <p:cNvGraphicFramePr/>
          <p:nvPr>
            <p:extLst>
              <p:ext uri="{D42A27DB-BD31-4B8C-83A1-F6EECF244321}">
                <p14:modId xmlns:p14="http://schemas.microsoft.com/office/powerpoint/2010/main" val="3248547733"/>
              </p:ext>
            </p:extLst>
          </p:nvPr>
        </p:nvGraphicFramePr>
        <p:xfrm>
          <a:off x="365760" y="1280160"/>
          <a:ext cx="411480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663440" y="1280159"/>
            <a:ext cx="4206240" cy="662288"/>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7" name="Text 4"/>
          <p:cNvSpPr/>
          <p:nvPr/>
        </p:nvSpPr>
        <p:spPr>
          <a:xfrm>
            <a:off x="4800600" y="1293876"/>
            <a:ext cx="3840480" cy="274320"/>
          </a:xfrm>
          <a:prstGeom prst="rect">
            <a:avLst/>
          </a:prstGeom>
          <a:noFill/>
          <a:ln/>
        </p:spPr>
        <p:txBody>
          <a:bodyPr wrap="square" lIns="0" tIns="0" rIns="0" bIns="0" rtlCol="0" anchor="ctr"/>
          <a:lstStyle/>
          <a:p>
            <a:pPr marL="0" indent="0">
              <a:buNone/>
            </a:pPr>
            <a:r>
              <a:rPr lang="en-US" sz="1100" b="1" dirty="0">
                <a:latin typeface="Arial" panose="020B0604020202020204" pitchFamily="34" charset="0"/>
                <a:ea typeface="Calibri" pitchFamily="34" charset="-122"/>
                <a:cs typeface="Arial" panose="020B0604020202020204" pitchFamily="34" charset="0"/>
              </a:rPr>
              <a:t>Support calls are bilateral</a:t>
            </a:r>
            <a:endParaRPr lang="en-US" sz="1100" dirty="0">
              <a:latin typeface="Arial" panose="020B0604020202020204" pitchFamily="34" charset="0"/>
            </a:endParaRPr>
          </a:p>
        </p:txBody>
      </p:sp>
      <p:sp>
        <p:nvSpPr>
          <p:cNvPr id="8" name="Text 5"/>
          <p:cNvSpPr/>
          <p:nvPr/>
        </p:nvSpPr>
        <p:spPr>
          <a:xfrm>
            <a:off x="4800600" y="1451138"/>
            <a:ext cx="3840480" cy="475488"/>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Avg 2.2 speakers, mostly one agent and one customer. Low speaker count + low duration = resolved quickly or handed off.</a:t>
            </a:r>
            <a:endParaRPr lang="en-US" sz="900" dirty="0">
              <a:latin typeface="Arial" panose="020B0604020202020204" pitchFamily="34" charset="0"/>
            </a:endParaRPr>
          </a:p>
        </p:txBody>
      </p:sp>
      <p:sp>
        <p:nvSpPr>
          <p:cNvPr id="9" name="Shape 6"/>
          <p:cNvSpPr/>
          <p:nvPr/>
        </p:nvSpPr>
        <p:spPr>
          <a:xfrm>
            <a:off x="4663440" y="2099709"/>
            <a:ext cx="4206240" cy="671504"/>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10" name="Text 7"/>
          <p:cNvSpPr/>
          <p:nvPr/>
        </p:nvSpPr>
        <p:spPr>
          <a:xfrm>
            <a:off x="4828032" y="2169886"/>
            <a:ext cx="3840480" cy="274320"/>
          </a:xfrm>
          <a:prstGeom prst="rect">
            <a:avLst/>
          </a:prstGeom>
          <a:noFill/>
          <a:ln/>
        </p:spPr>
        <p:txBody>
          <a:bodyPr wrap="square" lIns="0" tIns="0" rIns="0" bIns="0" rtlCol="0" anchor="ctr"/>
          <a:lstStyle/>
          <a:p>
            <a:pPr marL="0" indent="0">
              <a:buNone/>
            </a:pPr>
            <a:r>
              <a:rPr lang="en-US" sz="1100" b="1" dirty="0">
                <a:latin typeface="Arial" panose="020B0604020202020204" pitchFamily="34" charset="0"/>
                <a:ea typeface="Calibri" pitchFamily="34" charset="-122"/>
                <a:cs typeface="Arial" panose="020B0604020202020204" pitchFamily="34" charset="0"/>
              </a:rPr>
              <a:t>Internal calls are dense</a:t>
            </a:r>
            <a:endParaRPr lang="en-US" sz="1100" dirty="0">
              <a:latin typeface="Arial" panose="020B0604020202020204" pitchFamily="34" charset="0"/>
            </a:endParaRPr>
          </a:p>
        </p:txBody>
      </p:sp>
      <p:sp>
        <p:nvSpPr>
          <p:cNvPr id="11" name="Text 8"/>
          <p:cNvSpPr/>
          <p:nvPr/>
        </p:nvSpPr>
        <p:spPr>
          <a:xfrm>
            <a:off x="4828032" y="2334006"/>
            <a:ext cx="3840480" cy="475488"/>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Avg 3.7 speakers, engineering syncs, standups, war rooms all involve multiple contributors. High action-item output.</a:t>
            </a:r>
            <a:endParaRPr lang="en-US" sz="900" dirty="0">
              <a:latin typeface="Arial" panose="020B0604020202020204" pitchFamily="34" charset="0"/>
            </a:endParaRPr>
          </a:p>
        </p:txBody>
      </p:sp>
      <p:sp>
        <p:nvSpPr>
          <p:cNvPr id="12" name="Shape 9"/>
          <p:cNvSpPr/>
          <p:nvPr/>
        </p:nvSpPr>
        <p:spPr>
          <a:xfrm>
            <a:off x="4663440" y="2924193"/>
            <a:ext cx="4206240" cy="601328"/>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sp>
      <p:sp>
        <p:nvSpPr>
          <p:cNvPr id="13" name="Text 10"/>
          <p:cNvSpPr/>
          <p:nvPr/>
        </p:nvSpPr>
        <p:spPr>
          <a:xfrm>
            <a:off x="4800600" y="2924193"/>
            <a:ext cx="3840480" cy="274320"/>
          </a:xfrm>
          <a:prstGeom prst="rect">
            <a:avLst/>
          </a:prstGeom>
          <a:noFill/>
          <a:ln/>
        </p:spPr>
        <p:txBody>
          <a:bodyPr wrap="square" lIns="0" tIns="0" rIns="0" bIns="0" rtlCol="0" anchor="ctr"/>
          <a:lstStyle/>
          <a:p>
            <a:pPr marL="0" indent="0">
              <a:buNone/>
            </a:pPr>
            <a:r>
              <a:rPr lang="en-US" sz="1100" b="1" dirty="0">
                <a:latin typeface="Arial" panose="020B0604020202020204" pitchFamily="34" charset="0"/>
                <a:ea typeface="Calibri" pitchFamily="34" charset="-122"/>
                <a:cs typeface="Arial" panose="020B0604020202020204" pitchFamily="34" charset="0"/>
              </a:rPr>
              <a:t>External calls run longest</a:t>
            </a:r>
            <a:endParaRPr lang="en-US" sz="1100" dirty="0">
              <a:latin typeface="Arial" panose="020B0604020202020204" pitchFamily="34" charset="0"/>
            </a:endParaRPr>
          </a:p>
        </p:txBody>
      </p:sp>
      <p:sp>
        <p:nvSpPr>
          <p:cNvPr id="14" name="Text 11"/>
          <p:cNvSpPr/>
          <p:nvPr/>
        </p:nvSpPr>
        <p:spPr>
          <a:xfrm>
            <a:off x="4800600" y="3083704"/>
            <a:ext cx="3840480" cy="475488"/>
          </a:xfrm>
          <a:prstGeom prst="rect">
            <a:avLst/>
          </a:prstGeom>
          <a:noFill/>
          <a:ln/>
        </p:spPr>
        <p:txBody>
          <a:bodyPr wrap="square" lIns="0" tIns="0" rIns="0" bIns="0" rtlCol="0" anchor="ctr"/>
          <a:lstStyle/>
          <a:p>
            <a:pPr marL="0" indent="0">
              <a:buNone/>
            </a:pPr>
            <a:r>
              <a:rPr lang="en-US" sz="900" dirty="0">
                <a:latin typeface="Arial" panose="020B0604020202020204" pitchFamily="34" charset="0"/>
                <a:ea typeface="Calibri" pitchFamily="34" charset="-122"/>
                <a:cs typeface="Arial" panose="020B0604020202020204" pitchFamily="34" charset="0"/>
              </a:rPr>
              <a:t>Avg 38.5 min vs 19 min for support, account calls involve more back-and-forth, negotiation, and alignment.</a:t>
            </a:r>
            <a:endParaRPr lang="en-US" sz="900" dirty="0">
              <a:latin typeface="Arial" panose="020B0604020202020204" pitchFamily="34" charset="0"/>
            </a:endParaRPr>
          </a:p>
        </p:txBody>
      </p:sp>
      <p:sp>
        <p:nvSpPr>
          <p:cNvPr id="15" name="Shape 12"/>
          <p:cNvSpPr/>
          <p:nvPr/>
        </p:nvSpPr>
        <p:spPr>
          <a:xfrm>
            <a:off x="457200" y="3904488"/>
            <a:ext cx="8412480" cy="868680"/>
          </a:xfrm>
          <a:prstGeom prst="rect">
            <a:avLst/>
          </a:prstGeom>
          <a:solidFill>
            <a:schemeClr val="bg1"/>
          </a:solidFill>
          <a:ln w="12700">
            <a:solidFill>
              <a:schemeClr val="tx1"/>
            </a:solidFill>
            <a:prstDash val="solid"/>
          </a:ln>
        </p:spPr>
      </p:sp>
      <p:sp>
        <p:nvSpPr>
          <p:cNvPr id="16" name="Text 13"/>
          <p:cNvSpPr/>
          <p:nvPr/>
        </p:nvSpPr>
        <p:spPr>
          <a:xfrm>
            <a:off x="548640" y="4038834"/>
            <a:ext cx="8229600" cy="749808"/>
          </a:xfrm>
          <a:prstGeom prst="rect">
            <a:avLst/>
          </a:prstGeom>
          <a:noFill/>
          <a:ln/>
        </p:spPr>
        <p:txBody>
          <a:bodyPr wrap="square" lIns="0" tIns="0" rIns="0" bIns="0" rtlCol="0" anchor="ctr"/>
          <a:lstStyle/>
          <a:p>
            <a:r>
              <a:rPr lang="en-US" sz="1100" dirty="0">
                <a:latin typeface="Arial" panose="020B0604020202020204" pitchFamily="34" charset="0"/>
                <a:ea typeface="Calibri" pitchFamily="34" charset="-122"/>
                <a:cs typeface="Arial" panose="020B0604020202020204" pitchFamily="34" charset="0"/>
              </a:rPr>
              <a:t>Opportunity: </a:t>
            </a:r>
            <a:r>
              <a:rPr lang="en-US" sz="1100" dirty="0">
                <a:latin typeface="Arial" panose="020B0604020202020204" pitchFamily="34" charset="0"/>
                <a:cs typeface="Arial" panose="020B0604020202020204" pitchFamily="34" charset="0"/>
              </a:rPr>
              <a:t>For product managers, a “monologue score” measuring how much one person dominates a conversation could help identify calls where customers were not fully heard. Calls where account executives spoke for more than 70% of the time consistently received lower follow-up satisfaction scores.</a:t>
            </a:r>
          </a:p>
          <a:p>
            <a:pPr marL="0" indent="0">
              <a:buNone/>
            </a:pPr>
            <a:endParaRPr lang="en-US" sz="1100"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600" b="1" dirty="0">
                <a:latin typeface="Arial" panose="020B0604020202020204" pitchFamily="34" charset="0"/>
                <a:ea typeface="Calibri" pitchFamily="34" charset="-122"/>
                <a:cs typeface="Arial" panose="020B0604020202020204" pitchFamily="34" charset="0"/>
              </a:rPr>
              <a:t>Bonus Insight #4 — Action Item Intelligence</a:t>
            </a:r>
            <a:endParaRPr lang="en-US" sz="26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r>
              <a:rPr lang="en-US" sz="1200" dirty="0">
                <a:latin typeface="Arial" panose="020B0604020202020204" pitchFamily="34" charset="0"/>
                <a:cs typeface="Arial" panose="020B0604020202020204" pitchFamily="34" charset="0"/>
              </a:rPr>
              <a:t>Across 100 calls, we identified roughly 400 action items.</a:t>
            </a: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sp>
        <p:nvSpPr>
          <p:cNvPr id="5" name="Shape 3"/>
          <p:cNvSpPr/>
          <p:nvPr/>
        </p:nvSpPr>
        <p:spPr>
          <a:xfrm>
            <a:off x="457200" y="1298448"/>
            <a:ext cx="1727200" cy="978408"/>
          </a:xfrm>
          <a:prstGeom prst="rect">
            <a:avLst/>
          </a:prstGeom>
          <a:solidFill>
            <a:srgbClr val="1A6B7C">
              <a:alpha val="69000"/>
            </a:srgbClr>
          </a:solidFill>
          <a:ln w="12700">
            <a:solidFill>
              <a:srgbClr val="1A6B7C"/>
            </a:solidFill>
            <a:prstDash val="solid"/>
          </a:ln>
          <a:effectLst>
            <a:outerShdw blurRad="101600" dist="38100" dir="8100000" algn="bl" rotWithShape="0">
              <a:srgbClr val="000000">
                <a:alpha val="12000"/>
              </a:srgbClr>
            </a:outerShdw>
          </a:effectLst>
        </p:spPr>
        <p:txBody>
          <a:bodyPr/>
          <a:lstStyle/>
          <a:p>
            <a:endParaRPr lang="en-US" dirty="0"/>
          </a:p>
        </p:txBody>
      </p:sp>
      <p:sp>
        <p:nvSpPr>
          <p:cNvPr id="6" name="Text 4"/>
          <p:cNvSpPr/>
          <p:nvPr/>
        </p:nvSpPr>
        <p:spPr>
          <a:xfrm>
            <a:off x="365760" y="1333645"/>
            <a:ext cx="1828800" cy="603504"/>
          </a:xfrm>
          <a:prstGeom prst="rect">
            <a:avLst/>
          </a:prstGeom>
          <a:noFill/>
          <a:ln/>
        </p:spPr>
        <p:txBody>
          <a:bodyPr wrap="square" lIns="0" tIns="0" rIns="0" bIns="0" rtlCol="0" anchor="ctr"/>
          <a:lstStyle/>
          <a:p>
            <a:pPr marL="0" indent="0" algn="ctr">
              <a:buNone/>
            </a:pPr>
            <a:r>
              <a:rPr lang="en-US" sz="2400" b="1" dirty="0">
                <a:solidFill>
                  <a:schemeClr val="bg1"/>
                </a:solidFill>
                <a:latin typeface="Arial" panose="020B0604020202020204" pitchFamily="34" charset="0"/>
                <a:ea typeface="Calibri" pitchFamily="34" charset="-122"/>
                <a:cs typeface="Arial" panose="020B0604020202020204" pitchFamily="34" charset="0"/>
              </a:rPr>
              <a:t>400</a:t>
            </a:r>
            <a:endParaRPr lang="en-US" sz="2400" dirty="0">
              <a:solidFill>
                <a:schemeClr val="bg1"/>
              </a:solidFill>
              <a:latin typeface="Arial" panose="020B0604020202020204" pitchFamily="34" charset="0"/>
            </a:endParaRPr>
          </a:p>
        </p:txBody>
      </p:sp>
      <p:sp>
        <p:nvSpPr>
          <p:cNvPr id="7" name="Text 5"/>
          <p:cNvSpPr/>
          <p:nvPr/>
        </p:nvSpPr>
        <p:spPr>
          <a:xfrm>
            <a:off x="365760" y="1803053"/>
            <a:ext cx="1828800" cy="416966"/>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Total Action Items</a:t>
            </a:r>
            <a:endParaRPr lang="en-US" sz="1000" dirty="0">
              <a:solidFill>
                <a:schemeClr val="bg1"/>
              </a:solidFill>
              <a:latin typeface="Arial" panose="020B0604020202020204" pitchFamily="34" charset="0"/>
            </a:endParaRPr>
          </a:p>
        </p:txBody>
      </p:sp>
      <p:sp>
        <p:nvSpPr>
          <p:cNvPr id="8" name="Shape 6"/>
          <p:cNvSpPr/>
          <p:nvPr/>
        </p:nvSpPr>
        <p:spPr>
          <a:xfrm>
            <a:off x="2468880" y="1298448"/>
            <a:ext cx="1828800" cy="978408"/>
          </a:xfrm>
          <a:prstGeom prst="rect">
            <a:avLst/>
          </a:prstGeom>
          <a:solidFill>
            <a:srgbClr val="0D1B2A">
              <a:alpha val="71000"/>
            </a:srgbClr>
          </a:solidFill>
          <a:ln w="12700">
            <a:solidFill>
              <a:srgbClr val="0D1B2A"/>
            </a:solidFill>
            <a:prstDash val="solid"/>
          </a:ln>
          <a:effectLst>
            <a:outerShdw blurRad="101600" dist="38100" dir="8100000" algn="bl" rotWithShape="0">
              <a:srgbClr val="000000">
                <a:alpha val="12000"/>
              </a:srgbClr>
            </a:outerShdw>
          </a:effectLst>
        </p:spPr>
      </p:sp>
      <p:sp>
        <p:nvSpPr>
          <p:cNvPr id="9" name="Text 7"/>
          <p:cNvSpPr/>
          <p:nvPr/>
        </p:nvSpPr>
        <p:spPr>
          <a:xfrm>
            <a:off x="2377440" y="1327259"/>
            <a:ext cx="1828800" cy="603504"/>
          </a:xfrm>
          <a:prstGeom prst="rect">
            <a:avLst/>
          </a:prstGeom>
          <a:noFill/>
          <a:ln/>
        </p:spPr>
        <p:txBody>
          <a:bodyPr wrap="square" lIns="0" tIns="0" rIns="0" bIns="0" rtlCol="0" anchor="ctr"/>
          <a:lstStyle/>
          <a:p>
            <a:pPr marL="0" indent="0" algn="ctr">
              <a:buNone/>
            </a:pPr>
            <a:r>
              <a:rPr lang="en-US" sz="2000" b="1" dirty="0">
                <a:solidFill>
                  <a:schemeClr val="bg1"/>
                </a:solidFill>
                <a:latin typeface="Arial" panose="020B0604020202020204" pitchFamily="34" charset="0"/>
                <a:ea typeface="Calibri" pitchFamily="34" charset="-122"/>
                <a:cs typeface="Arial" panose="020B0604020202020204" pitchFamily="34" charset="0"/>
              </a:rPr>
              <a:t>~4.0</a:t>
            </a:r>
            <a:endParaRPr lang="en-US" sz="2000" dirty="0">
              <a:solidFill>
                <a:schemeClr val="bg1"/>
              </a:solidFill>
              <a:latin typeface="Arial" panose="020B0604020202020204" pitchFamily="34" charset="0"/>
            </a:endParaRPr>
          </a:p>
        </p:txBody>
      </p:sp>
      <p:sp>
        <p:nvSpPr>
          <p:cNvPr id="10" name="Text 8"/>
          <p:cNvSpPr/>
          <p:nvPr/>
        </p:nvSpPr>
        <p:spPr>
          <a:xfrm>
            <a:off x="2428240" y="1812705"/>
            <a:ext cx="1828800" cy="416966"/>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Avg per Call</a:t>
            </a:r>
            <a:endParaRPr lang="en-US" sz="1000" dirty="0">
              <a:solidFill>
                <a:schemeClr val="bg1"/>
              </a:solidFill>
              <a:latin typeface="Arial" panose="020B0604020202020204" pitchFamily="34" charset="0"/>
            </a:endParaRPr>
          </a:p>
        </p:txBody>
      </p:sp>
      <p:sp>
        <p:nvSpPr>
          <p:cNvPr id="11" name="Shape 9"/>
          <p:cNvSpPr/>
          <p:nvPr/>
        </p:nvSpPr>
        <p:spPr>
          <a:xfrm>
            <a:off x="4480560" y="1298448"/>
            <a:ext cx="1828800" cy="978408"/>
          </a:xfrm>
          <a:prstGeom prst="rect">
            <a:avLst/>
          </a:prstGeom>
          <a:solidFill>
            <a:srgbClr val="1A6B7C">
              <a:alpha val="80000"/>
            </a:srgbClr>
          </a:solidFill>
          <a:ln w="12700">
            <a:solidFill>
              <a:srgbClr val="1A6B7C"/>
            </a:solidFill>
            <a:prstDash val="solid"/>
          </a:ln>
          <a:effectLst>
            <a:outerShdw blurRad="101600" dist="38100" dir="8100000" algn="bl" rotWithShape="0">
              <a:srgbClr val="000000">
                <a:alpha val="12000"/>
              </a:srgbClr>
            </a:outerShdw>
          </a:effectLst>
        </p:spPr>
      </p:sp>
      <p:sp>
        <p:nvSpPr>
          <p:cNvPr id="12" name="Text 10"/>
          <p:cNvSpPr/>
          <p:nvPr/>
        </p:nvSpPr>
        <p:spPr>
          <a:xfrm>
            <a:off x="4480560" y="1348450"/>
            <a:ext cx="1828800" cy="603504"/>
          </a:xfrm>
          <a:prstGeom prst="rect">
            <a:avLst/>
          </a:prstGeom>
          <a:noFill/>
          <a:ln/>
        </p:spPr>
        <p:txBody>
          <a:bodyPr wrap="square" lIns="0" tIns="0" rIns="0" bIns="0" rtlCol="0" anchor="ctr"/>
          <a:lstStyle/>
          <a:p>
            <a:pPr marL="0" indent="0" algn="ctr">
              <a:buNone/>
            </a:pPr>
            <a:r>
              <a:rPr lang="en-US" sz="2400" b="1" dirty="0">
                <a:solidFill>
                  <a:schemeClr val="bg1"/>
                </a:solidFill>
                <a:latin typeface="Arial" panose="020B0604020202020204" pitchFamily="34" charset="0"/>
                <a:ea typeface="Calibri" pitchFamily="34" charset="-122"/>
                <a:cs typeface="Arial" panose="020B0604020202020204" pitchFamily="34" charset="0"/>
              </a:rPr>
              <a:t>3.9</a:t>
            </a:r>
            <a:endParaRPr lang="en-US" sz="3600" dirty="0">
              <a:solidFill>
                <a:schemeClr val="bg1"/>
              </a:solidFill>
              <a:latin typeface="Arial" panose="020B0604020202020204" pitchFamily="34" charset="0"/>
            </a:endParaRPr>
          </a:p>
        </p:txBody>
      </p:sp>
      <p:sp>
        <p:nvSpPr>
          <p:cNvPr id="13" name="Text 11"/>
          <p:cNvSpPr/>
          <p:nvPr/>
        </p:nvSpPr>
        <p:spPr>
          <a:xfrm>
            <a:off x="4500880" y="1781209"/>
            <a:ext cx="1828800" cy="416966"/>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Avg - External</a:t>
            </a:r>
            <a:endParaRPr lang="en-US" sz="1000" dirty="0">
              <a:solidFill>
                <a:schemeClr val="bg1"/>
              </a:solidFill>
              <a:latin typeface="Arial" panose="020B0604020202020204" pitchFamily="34" charset="0"/>
            </a:endParaRPr>
          </a:p>
        </p:txBody>
      </p:sp>
      <p:sp>
        <p:nvSpPr>
          <p:cNvPr id="14" name="Shape 12"/>
          <p:cNvSpPr/>
          <p:nvPr/>
        </p:nvSpPr>
        <p:spPr>
          <a:xfrm>
            <a:off x="6492240" y="1298448"/>
            <a:ext cx="1828800" cy="978408"/>
          </a:xfrm>
          <a:prstGeom prst="rect">
            <a:avLst/>
          </a:prstGeom>
          <a:solidFill>
            <a:srgbClr val="2D8653">
              <a:alpha val="86000"/>
            </a:srgbClr>
          </a:solidFill>
          <a:ln w="12700">
            <a:solidFill>
              <a:srgbClr val="2D8653"/>
            </a:solidFill>
            <a:prstDash val="solid"/>
          </a:ln>
          <a:effectLst>
            <a:outerShdw blurRad="101600" dist="38100" dir="8100000" algn="bl" rotWithShape="0">
              <a:srgbClr val="000000">
                <a:alpha val="12000"/>
              </a:srgbClr>
            </a:outerShdw>
          </a:effectLst>
        </p:spPr>
      </p:sp>
      <p:sp>
        <p:nvSpPr>
          <p:cNvPr id="15" name="Text 13"/>
          <p:cNvSpPr/>
          <p:nvPr/>
        </p:nvSpPr>
        <p:spPr>
          <a:xfrm>
            <a:off x="6492240" y="1305487"/>
            <a:ext cx="1828800" cy="603504"/>
          </a:xfrm>
          <a:prstGeom prst="rect">
            <a:avLst/>
          </a:prstGeom>
          <a:noFill/>
          <a:ln/>
        </p:spPr>
        <p:txBody>
          <a:bodyPr wrap="square" lIns="0" tIns="0" rIns="0" bIns="0" rtlCol="0" anchor="ctr"/>
          <a:lstStyle/>
          <a:p>
            <a:pPr marL="0" indent="0" algn="ctr">
              <a:buNone/>
            </a:pPr>
            <a:r>
              <a:rPr lang="en-US" sz="2400" b="1" dirty="0">
                <a:solidFill>
                  <a:schemeClr val="bg1"/>
                </a:solidFill>
                <a:latin typeface="Arial" panose="020B0604020202020204" pitchFamily="34" charset="0"/>
                <a:ea typeface="Calibri" pitchFamily="34" charset="-122"/>
                <a:cs typeface="Arial" panose="020B0604020202020204" pitchFamily="34" charset="0"/>
              </a:rPr>
              <a:t>4.0</a:t>
            </a:r>
            <a:endParaRPr lang="en-US" sz="2400" dirty="0">
              <a:solidFill>
                <a:schemeClr val="bg1"/>
              </a:solidFill>
              <a:latin typeface="Arial" panose="020B0604020202020204" pitchFamily="34" charset="0"/>
            </a:endParaRPr>
          </a:p>
        </p:txBody>
      </p:sp>
      <p:sp>
        <p:nvSpPr>
          <p:cNvPr id="16" name="Text 14"/>
          <p:cNvSpPr/>
          <p:nvPr/>
        </p:nvSpPr>
        <p:spPr>
          <a:xfrm>
            <a:off x="6543040" y="1759944"/>
            <a:ext cx="1828800" cy="416966"/>
          </a:xfrm>
          <a:prstGeom prst="rect">
            <a:avLst/>
          </a:prstGeom>
          <a:noFill/>
          <a:ln/>
        </p:spPr>
        <p:txBody>
          <a:bodyPr wrap="square" lIns="0" tIns="0" rIns="0" bIns="0" rtlCol="0" anchor="ctr"/>
          <a:lstStyle/>
          <a:p>
            <a:pPr marL="0" indent="0" algn="ctr">
              <a:buNone/>
            </a:pPr>
            <a:r>
              <a:rPr lang="en-US" sz="1000" dirty="0">
                <a:solidFill>
                  <a:schemeClr val="bg1"/>
                </a:solidFill>
                <a:latin typeface="Arial" panose="020B0604020202020204" pitchFamily="34" charset="0"/>
                <a:ea typeface="Calibri" pitchFamily="34" charset="-122"/>
                <a:cs typeface="Arial" panose="020B0604020202020204" pitchFamily="34" charset="0"/>
              </a:rPr>
              <a:t>Avg - Internal</a:t>
            </a:r>
            <a:endParaRPr lang="en-US" sz="1000" dirty="0">
              <a:solidFill>
                <a:schemeClr val="bg1"/>
              </a:solidFill>
              <a:latin typeface="Arial" panose="020B0604020202020204" pitchFamily="34" charset="0"/>
            </a:endParaRPr>
          </a:p>
        </p:txBody>
      </p:sp>
      <p:sp>
        <p:nvSpPr>
          <p:cNvPr id="17" name="Shape 15"/>
          <p:cNvSpPr/>
          <p:nvPr/>
        </p:nvSpPr>
        <p:spPr>
          <a:xfrm>
            <a:off x="209005" y="2390837"/>
            <a:ext cx="8412480" cy="658368"/>
          </a:xfrm>
          <a:prstGeom prst="rect">
            <a:avLst/>
          </a:prstGeom>
          <a:solidFill>
            <a:srgbClr val="FFFFFF"/>
          </a:solidFill>
          <a:ln w="12700">
            <a:solidFill>
              <a:schemeClr val="tx2"/>
            </a:solidFill>
            <a:prstDash val="solid"/>
          </a:ln>
          <a:effectLst>
            <a:outerShdw blurRad="101600" dist="38100" dir="8100000" algn="bl" rotWithShape="0">
              <a:srgbClr val="000000">
                <a:alpha val="12000"/>
              </a:srgbClr>
            </a:outerShdw>
          </a:effectLst>
        </p:spPr>
      </p:sp>
      <p:sp>
        <p:nvSpPr>
          <p:cNvPr id="19" name="Text 17"/>
          <p:cNvSpPr/>
          <p:nvPr/>
        </p:nvSpPr>
        <p:spPr>
          <a:xfrm>
            <a:off x="457200" y="2548985"/>
            <a:ext cx="2011680" cy="274320"/>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Ownership Patterns</a:t>
            </a:r>
            <a:endParaRPr lang="en-US" sz="1200" dirty="0">
              <a:latin typeface="Arial" panose="020B0604020202020204" pitchFamily="34" charset="0"/>
            </a:endParaRPr>
          </a:p>
        </p:txBody>
      </p:sp>
      <p:sp>
        <p:nvSpPr>
          <p:cNvPr id="20" name="Text 18"/>
          <p:cNvSpPr/>
          <p:nvPr/>
        </p:nvSpPr>
        <p:spPr>
          <a:xfrm>
            <a:off x="2527662" y="2467967"/>
            <a:ext cx="6035040" cy="475488"/>
          </a:xfrm>
          <a:prstGeom prst="rect">
            <a:avLst/>
          </a:prstGeom>
          <a:noFill/>
          <a:ln/>
        </p:spPr>
        <p:txBody>
          <a:bodyPr wrap="square" lIns="0" tIns="0" rIns="0" bIns="0" rtlCol="0" anchor="ctr"/>
          <a:lstStyle/>
          <a:p>
            <a:r>
              <a:rPr lang="en-US" sz="1050" dirty="0">
                <a:latin typeface="Arial" panose="020B0604020202020204" pitchFamily="34" charset="0"/>
                <a:cs typeface="Arial" panose="020B0604020202020204" pitchFamily="34" charset="0"/>
              </a:rPr>
              <a:t>Action items were consistently tied to named individuals, such as “Raj Kapoor: send status update.” This means tasks can be automatically extracted and assigned without manual logging.</a:t>
            </a:r>
          </a:p>
        </p:txBody>
      </p:sp>
      <p:sp>
        <p:nvSpPr>
          <p:cNvPr id="21" name="Shape 19"/>
          <p:cNvSpPr/>
          <p:nvPr/>
        </p:nvSpPr>
        <p:spPr>
          <a:xfrm>
            <a:off x="209005" y="3209559"/>
            <a:ext cx="8412480" cy="658368"/>
          </a:xfrm>
          <a:prstGeom prst="rect">
            <a:avLst/>
          </a:prstGeom>
          <a:solidFill>
            <a:srgbClr val="FFFFFF"/>
          </a:solidFill>
          <a:ln w="12700">
            <a:solidFill>
              <a:schemeClr val="tx2"/>
            </a:solidFill>
            <a:prstDash val="solid"/>
          </a:ln>
          <a:effectLst>
            <a:outerShdw blurRad="101600" dist="38100" dir="8100000" algn="bl" rotWithShape="0">
              <a:srgbClr val="000000">
                <a:alpha val="12000"/>
              </a:srgbClr>
            </a:outerShdw>
          </a:effectLst>
        </p:spPr>
      </p:sp>
      <p:sp>
        <p:nvSpPr>
          <p:cNvPr id="23" name="Text 21"/>
          <p:cNvSpPr/>
          <p:nvPr/>
        </p:nvSpPr>
        <p:spPr>
          <a:xfrm>
            <a:off x="658368" y="3438144"/>
            <a:ext cx="2011680" cy="274320"/>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Velocity Risk</a:t>
            </a:r>
            <a:endParaRPr lang="en-US" sz="1200" dirty="0">
              <a:latin typeface="Arial" panose="020B0604020202020204" pitchFamily="34" charset="0"/>
            </a:endParaRPr>
          </a:p>
        </p:txBody>
      </p:sp>
      <p:sp>
        <p:nvSpPr>
          <p:cNvPr id="24" name="Text 22"/>
          <p:cNvSpPr/>
          <p:nvPr/>
        </p:nvSpPr>
        <p:spPr>
          <a:xfrm>
            <a:off x="2468880" y="3300999"/>
            <a:ext cx="6035040" cy="475488"/>
          </a:xfrm>
          <a:prstGeom prst="rect">
            <a:avLst/>
          </a:prstGeom>
          <a:noFill/>
          <a:ln/>
        </p:spPr>
        <p:txBody>
          <a:bodyPr wrap="square" lIns="0" tIns="0" rIns="0" bIns="0" rtlCol="0" anchor="ctr"/>
          <a:lstStyle/>
          <a:p>
            <a:r>
              <a:rPr lang="en-US" sz="1050" dirty="0">
                <a:latin typeface="Arial" panose="020B0604020202020204" pitchFamily="34" charset="0"/>
                <a:cs typeface="Arial" panose="020B0604020202020204" pitchFamily="34" charset="0"/>
              </a:rPr>
              <a:t>High risk conversations, especially during outages or escalations, generated 5–6 action items on average. However, there was no clear follow through tracking, making missed commitments especially risky in sensitive customer relationships.</a:t>
            </a:r>
          </a:p>
        </p:txBody>
      </p:sp>
      <p:sp>
        <p:nvSpPr>
          <p:cNvPr id="25" name="Shape 23"/>
          <p:cNvSpPr/>
          <p:nvPr/>
        </p:nvSpPr>
        <p:spPr>
          <a:xfrm>
            <a:off x="209005" y="4022722"/>
            <a:ext cx="8412480" cy="658368"/>
          </a:xfrm>
          <a:prstGeom prst="rect">
            <a:avLst/>
          </a:prstGeom>
          <a:solidFill>
            <a:srgbClr val="FFFFFF"/>
          </a:solidFill>
          <a:ln w="12700">
            <a:solidFill>
              <a:schemeClr val="tx1"/>
            </a:solidFill>
            <a:prstDash val="solid"/>
          </a:ln>
          <a:effectLst>
            <a:outerShdw blurRad="101600" dist="38100" dir="8100000" algn="bl" rotWithShape="0">
              <a:srgbClr val="000000">
                <a:alpha val="12000"/>
              </a:srgbClr>
            </a:outerShdw>
          </a:effectLst>
        </p:spPr>
        <p:txBody>
          <a:bodyPr/>
          <a:lstStyle/>
          <a:p>
            <a:endParaRPr lang="en-US" dirty="0"/>
          </a:p>
        </p:txBody>
      </p:sp>
      <p:sp>
        <p:nvSpPr>
          <p:cNvPr id="27" name="Text 25"/>
          <p:cNvSpPr/>
          <p:nvPr/>
        </p:nvSpPr>
        <p:spPr>
          <a:xfrm>
            <a:off x="658368" y="4215384"/>
            <a:ext cx="2011680" cy="274320"/>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Cross-Call Threading</a:t>
            </a:r>
            <a:endParaRPr lang="en-US" sz="1200" dirty="0">
              <a:latin typeface="Arial" panose="020B0604020202020204" pitchFamily="34" charset="0"/>
            </a:endParaRPr>
          </a:p>
        </p:txBody>
      </p:sp>
      <p:sp>
        <p:nvSpPr>
          <p:cNvPr id="28" name="Text 26"/>
          <p:cNvSpPr/>
          <p:nvPr/>
        </p:nvSpPr>
        <p:spPr>
          <a:xfrm>
            <a:off x="2468880" y="4114162"/>
            <a:ext cx="6035040" cy="475488"/>
          </a:xfrm>
          <a:prstGeom prst="rect">
            <a:avLst/>
          </a:prstGeom>
          <a:noFill/>
          <a:ln/>
        </p:spPr>
        <p:txBody>
          <a:bodyPr wrap="square" lIns="0" tIns="0" rIns="0" bIns="0" rtlCol="0" anchor="ctr"/>
          <a:lstStyle/>
          <a:p>
            <a:r>
              <a:rPr lang="en-US" sz="1050" dirty="0">
                <a:latin typeface="Arial" panose="020B0604020202020204" pitchFamily="34" charset="0"/>
                <a:cs typeface="Arial" panose="020B0604020202020204" pitchFamily="34" charset="0"/>
              </a:rPr>
              <a:t>The same action items repeatedly appeared across multiple meetings. For example, “postmortem by Thursday” was referenced in four separate conversations. A deduplication and status tracking layer could help surface unresolved commitments.</a:t>
            </a:r>
          </a:p>
        </p:txBody>
      </p:sp>
      <p:sp>
        <p:nvSpPr>
          <p:cNvPr id="29" name="Text 27"/>
          <p:cNvSpPr/>
          <p:nvPr/>
        </p:nvSpPr>
        <p:spPr>
          <a:xfrm>
            <a:off x="365760" y="4873752"/>
            <a:ext cx="8412480" cy="91440"/>
          </a:xfrm>
          <a:prstGeom prst="rect">
            <a:avLst/>
          </a:prstGeom>
          <a:noFill/>
          <a:ln/>
        </p:spPr>
        <p:txBody>
          <a:bodyPr wrap="square" lIns="0" tIns="0" rIns="0" bIns="0" rtlCol="0" anchor="ctr"/>
          <a:lstStyle/>
          <a:p>
            <a:r>
              <a:rPr lang="en-US" sz="1050" b="1" dirty="0">
                <a:latin typeface="Arial" panose="020B0604020202020204" pitchFamily="34" charset="0"/>
                <a:cs typeface="Arial" panose="020B0604020202020204" pitchFamily="34" charset="0"/>
              </a:rPr>
              <a:t>Why This Matters: </a:t>
            </a:r>
            <a:r>
              <a:rPr lang="en-US" sz="1050" dirty="0">
                <a:latin typeface="Arial" panose="020B0604020202020204" pitchFamily="34" charset="0"/>
                <a:cs typeface="Arial" panose="020B0604020202020204" pitchFamily="34" charset="0"/>
              </a:rPr>
              <a:t>For support leaders and customer success teams, an automated action-item tracker with owners, deadlines, and call context would significantly reduce manual CRM updates.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buNone/>
            </a:pPr>
            <a:r>
              <a:rPr lang="en-US" sz="2600" b="1" dirty="0">
                <a:latin typeface="Arial" panose="020B0604020202020204" pitchFamily="34" charset="0"/>
                <a:ea typeface="Calibri" pitchFamily="34" charset="-122"/>
                <a:cs typeface="Arial" panose="020B0604020202020204" pitchFamily="34" charset="0"/>
              </a:rPr>
              <a:t>Recommendations</a:t>
            </a:r>
            <a:endParaRPr lang="en-US" sz="2600" dirty="0">
              <a:latin typeface="Arial" panose="020B0604020202020204" pitchFamily="34" charset="0"/>
            </a:endParaRPr>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latin typeface="Arial" panose="020B0604020202020204" pitchFamily="34" charset="0"/>
                <a:ea typeface="Calibri" pitchFamily="34" charset="-122"/>
                <a:cs typeface="Arial" panose="020B0604020202020204" pitchFamily="34" charset="0"/>
              </a:rPr>
              <a:t>What to build next, prioritized by stakeholder impact</a:t>
            </a:r>
            <a:endParaRPr lang="en-US" sz="1200" dirty="0">
              <a:latin typeface="Arial" panose="020B0604020202020204" pitchFamily="34" charset="0"/>
            </a:endParaRPr>
          </a:p>
        </p:txBody>
      </p:sp>
      <p:sp>
        <p:nvSpPr>
          <p:cNvPr id="4" name="Shape 2"/>
          <p:cNvSpPr/>
          <p:nvPr/>
        </p:nvSpPr>
        <p:spPr>
          <a:xfrm>
            <a:off x="457200" y="1115568"/>
            <a:ext cx="8229600" cy="27432"/>
          </a:xfrm>
          <a:prstGeom prst="rect">
            <a:avLst/>
          </a:prstGeom>
          <a:solidFill>
            <a:srgbClr val="E2E8F0"/>
          </a:solidFill>
          <a:ln w="12700">
            <a:solidFill>
              <a:srgbClr val="E2E8F0"/>
            </a:solidFill>
            <a:prstDash val="solid"/>
          </a:ln>
        </p:spPr>
      </p:sp>
      <p:sp>
        <p:nvSpPr>
          <p:cNvPr id="5" name="Shape 3"/>
          <p:cNvSpPr/>
          <p:nvPr/>
        </p:nvSpPr>
        <p:spPr>
          <a:xfrm>
            <a:off x="365760" y="1298448"/>
            <a:ext cx="8412480"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65760" y="1298448"/>
            <a:ext cx="502920" cy="621792"/>
          </a:xfrm>
          <a:prstGeom prst="rect">
            <a:avLst/>
          </a:prstGeom>
          <a:solidFill>
            <a:srgbClr val="C0392B">
              <a:alpha val="80000"/>
            </a:srgbClr>
          </a:solidFill>
          <a:ln w="12700">
            <a:solidFill>
              <a:srgbClr val="C0392B"/>
            </a:solidFill>
            <a:prstDash val="solid"/>
          </a:ln>
        </p:spPr>
        <p:txBody>
          <a:bodyPr/>
          <a:lstStyle/>
          <a:p>
            <a:endParaRPr lang="en-US" dirty="0"/>
          </a:p>
        </p:txBody>
      </p:sp>
      <p:sp>
        <p:nvSpPr>
          <p:cNvPr id="7" name="Text 5"/>
          <p:cNvSpPr/>
          <p:nvPr/>
        </p:nvSpPr>
        <p:spPr>
          <a:xfrm>
            <a:off x="365760" y="1499616"/>
            <a:ext cx="502920" cy="237744"/>
          </a:xfrm>
          <a:prstGeom prst="rect">
            <a:avLst/>
          </a:prstGeom>
          <a:noFill/>
          <a:ln/>
        </p:spPr>
        <p:txBody>
          <a:bodyPr wrap="square" lIns="0" tIns="0" rIns="0" bIns="0" rtlCol="0" anchor="ctr"/>
          <a:lstStyle/>
          <a:p>
            <a:pPr marL="0" indent="0" algn="ct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P0</a:t>
            </a:r>
            <a:endParaRPr lang="en-US" sz="1000" dirty="0">
              <a:solidFill>
                <a:schemeClr val="bg1"/>
              </a:solidFill>
              <a:latin typeface="Arial" panose="020B0604020202020204" pitchFamily="34" charset="0"/>
            </a:endParaRPr>
          </a:p>
        </p:txBody>
      </p:sp>
      <p:sp>
        <p:nvSpPr>
          <p:cNvPr id="8" name="Text 6"/>
          <p:cNvSpPr/>
          <p:nvPr/>
        </p:nvSpPr>
        <p:spPr>
          <a:xfrm>
            <a:off x="1005840" y="1344168"/>
            <a:ext cx="4297680" cy="256032"/>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Real-Time Churn Risk Scorer</a:t>
            </a:r>
            <a:endParaRPr lang="en-US" sz="1200" dirty="0">
              <a:latin typeface="Arial" panose="020B0604020202020204" pitchFamily="34" charset="0"/>
            </a:endParaRPr>
          </a:p>
        </p:txBody>
      </p:sp>
      <p:sp>
        <p:nvSpPr>
          <p:cNvPr id="9" name="Text 7"/>
          <p:cNvSpPr/>
          <p:nvPr/>
        </p:nvSpPr>
        <p:spPr>
          <a:xfrm>
            <a:off x="1005840" y="1627632"/>
            <a:ext cx="5303520" cy="237744"/>
          </a:xfrm>
          <a:prstGeom prst="rect">
            <a:avLst/>
          </a:prstGeom>
          <a:noFill/>
          <a:ln/>
        </p:spPr>
        <p:txBody>
          <a:bodyPr wrap="square" lIns="0" tIns="0" rIns="0" bIns="0"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Combine sentiment trend + key moment type + call theme to generate a per-account risk score. Surface it in CRM before renewal calls.</a:t>
            </a:r>
            <a:endParaRPr lang="en-US" sz="950" dirty="0">
              <a:latin typeface="Arial" panose="020B0604020202020204" pitchFamily="34" charset="0"/>
            </a:endParaRPr>
          </a:p>
        </p:txBody>
      </p:sp>
      <p:sp>
        <p:nvSpPr>
          <p:cNvPr id="10" name="Shape 8"/>
          <p:cNvSpPr/>
          <p:nvPr/>
        </p:nvSpPr>
        <p:spPr>
          <a:xfrm>
            <a:off x="6541477" y="1481328"/>
            <a:ext cx="1322363" cy="347472"/>
          </a:xfrm>
          <a:prstGeom prst="roundRect">
            <a:avLst>
              <a:gd name="adj" fmla="val 17857"/>
            </a:avLst>
          </a:prstGeom>
          <a:solidFill>
            <a:srgbClr val="C0392B">
              <a:alpha val="80000"/>
            </a:srgbClr>
          </a:solidFill>
          <a:ln w="12700">
            <a:solidFill>
              <a:srgbClr val="C0392B"/>
            </a:solidFill>
            <a:prstDash val="solid"/>
          </a:ln>
        </p:spPr>
        <p:txBody>
          <a:bodyPr/>
          <a:lstStyle/>
          <a:p>
            <a:endParaRPr lang="en-US" dirty="0"/>
          </a:p>
        </p:txBody>
      </p:sp>
      <p:sp>
        <p:nvSpPr>
          <p:cNvPr id="11" name="Text 9"/>
          <p:cNvSpPr/>
          <p:nvPr/>
        </p:nvSpPr>
        <p:spPr>
          <a:xfrm>
            <a:off x="6608298" y="1549690"/>
            <a:ext cx="1188720" cy="256032"/>
          </a:xfrm>
          <a:prstGeom prst="rect">
            <a:avLst/>
          </a:prstGeom>
          <a:noFill/>
          <a:ln/>
        </p:spPr>
        <p:txBody>
          <a:bodyPr wrap="square" rtlCol="0" anchor="ctr"/>
          <a:lstStyle/>
          <a:p>
            <a:pPr marL="0" indent="0" algn="ctr">
              <a:buNone/>
            </a:pPr>
            <a:r>
              <a:rPr lang="en-US" sz="900" b="1" dirty="0">
                <a:solidFill>
                  <a:schemeClr val="bg1"/>
                </a:solidFill>
                <a:latin typeface="Arial" panose="020B0604020202020204" pitchFamily="34" charset="0"/>
                <a:ea typeface="Calibri" pitchFamily="34" charset="-122"/>
                <a:cs typeface="Arial" panose="020B0604020202020204" pitchFamily="34" charset="0"/>
              </a:rPr>
              <a:t>Sales Leaders, CSMs</a:t>
            </a:r>
            <a:endParaRPr lang="en-US" sz="900" dirty="0">
              <a:solidFill>
                <a:schemeClr val="bg1"/>
              </a:solidFill>
              <a:latin typeface="Arial" panose="020B0604020202020204" pitchFamily="34" charset="0"/>
            </a:endParaRPr>
          </a:p>
        </p:txBody>
      </p:sp>
      <p:sp>
        <p:nvSpPr>
          <p:cNvPr id="12" name="Shape 10"/>
          <p:cNvSpPr/>
          <p:nvPr/>
        </p:nvSpPr>
        <p:spPr>
          <a:xfrm>
            <a:off x="365760" y="2020824"/>
            <a:ext cx="8412480"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365760" y="2020824"/>
            <a:ext cx="502920" cy="621792"/>
          </a:xfrm>
          <a:prstGeom prst="rect">
            <a:avLst/>
          </a:prstGeom>
          <a:solidFill>
            <a:srgbClr val="C0392B">
              <a:alpha val="80000"/>
            </a:srgbClr>
          </a:solidFill>
          <a:ln w="12700">
            <a:solidFill>
              <a:srgbClr val="C0392B"/>
            </a:solidFill>
            <a:prstDash val="solid"/>
          </a:ln>
        </p:spPr>
      </p:sp>
      <p:sp>
        <p:nvSpPr>
          <p:cNvPr id="14" name="Text 12"/>
          <p:cNvSpPr/>
          <p:nvPr/>
        </p:nvSpPr>
        <p:spPr>
          <a:xfrm>
            <a:off x="365760" y="2221992"/>
            <a:ext cx="502920" cy="237744"/>
          </a:xfrm>
          <a:prstGeom prst="rect">
            <a:avLst/>
          </a:prstGeom>
          <a:noFill/>
          <a:ln/>
        </p:spPr>
        <p:txBody>
          <a:bodyPr wrap="square" lIns="0" tIns="0" rIns="0" bIns="0" rtlCol="0" anchor="ctr"/>
          <a:lstStyle/>
          <a:p>
            <a:pPr marL="0" indent="0" algn="ct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P0</a:t>
            </a:r>
            <a:endParaRPr lang="en-US" sz="1000" dirty="0">
              <a:solidFill>
                <a:schemeClr val="bg1"/>
              </a:solidFill>
              <a:latin typeface="Arial" panose="020B0604020202020204" pitchFamily="34" charset="0"/>
            </a:endParaRPr>
          </a:p>
        </p:txBody>
      </p:sp>
      <p:sp>
        <p:nvSpPr>
          <p:cNvPr id="15" name="Text 13"/>
          <p:cNvSpPr/>
          <p:nvPr/>
        </p:nvSpPr>
        <p:spPr>
          <a:xfrm>
            <a:off x="1005840" y="2066544"/>
            <a:ext cx="4297680" cy="256032"/>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Auto Action Item Tracker</a:t>
            </a:r>
            <a:endParaRPr lang="en-US" sz="1200" dirty="0">
              <a:latin typeface="Arial" panose="020B0604020202020204" pitchFamily="34" charset="0"/>
            </a:endParaRPr>
          </a:p>
        </p:txBody>
      </p:sp>
      <p:sp>
        <p:nvSpPr>
          <p:cNvPr id="16" name="Text 14"/>
          <p:cNvSpPr/>
          <p:nvPr/>
        </p:nvSpPr>
        <p:spPr>
          <a:xfrm>
            <a:off x="1005840" y="2350008"/>
            <a:ext cx="5303520" cy="237744"/>
          </a:xfrm>
          <a:prstGeom prst="rect">
            <a:avLst/>
          </a:prstGeom>
          <a:noFill/>
          <a:ln/>
        </p:spPr>
        <p:txBody>
          <a:bodyPr wrap="square" lIns="0" tIns="0" rIns="0" bIns="0"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Extract named action items post-call, assign owners, deduplicate across calls, and alert on stale commitments.</a:t>
            </a:r>
            <a:endParaRPr lang="en-US" sz="950" dirty="0">
              <a:latin typeface="Arial" panose="020B0604020202020204" pitchFamily="34" charset="0"/>
            </a:endParaRPr>
          </a:p>
        </p:txBody>
      </p:sp>
      <p:sp>
        <p:nvSpPr>
          <p:cNvPr id="17" name="Shape 15"/>
          <p:cNvSpPr/>
          <p:nvPr/>
        </p:nvSpPr>
        <p:spPr>
          <a:xfrm>
            <a:off x="6541477" y="2203704"/>
            <a:ext cx="1322363" cy="356616"/>
          </a:xfrm>
          <a:prstGeom prst="roundRect">
            <a:avLst>
              <a:gd name="adj" fmla="val 17857"/>
            </a:avLst>
          </a:prstGeom>
          <a:solidFill>
            <a:srgbClr val="C0392B">
              <a:alpha val="80000"/>
            </a:srgbClr>
          </a:solidFill>
          <a:ln w="12700">
            <a:solidFill>
              <a:srgbClr val="C0392B"/>
            </a:solidFill>
            <a:prstDash val="solid"/>
          </a:ln>
        </p:spPr>
      </p:sp>
      <p:sp>
        <p:nvSpPr>
          <p:cNvPr id="18" name="Text 16"/>
          <p:cNvSpPr/>
          <p:nvPr/>
        </p:nvSpPr>
        <p:spPr>
          <a:xfrm>
            <a:off x="6541476" y="2203704"/>
            <a:ext cx="1322363" cy="356616"/>
          </a:xfrm>
          <a:prstGeom prst="rect">
            <a:avLst/>
          </a:prstGeom>
          <a:noFill/>
          <a:ln/>
        </p:spPr>
        <p:txBody>
          <a:bodyPr wrap="square" rtlCol="0" anchor="ctr"/>
          <a:lstStyle/>
          <a:p>
            <a:pPr marL="0" indent="0" algn="ctr">
              <a:buNone/>
            </a:pPr>
            <a:r>
              <a:rPr lang="en-US" sz="900" b="1" dirty="0">
                <a:solidFill>
                  <a:schemeClr val="bg1"/>
                </a:solidFill>
                <a:latin typeface="Arial" panose="020B0604020202020204" pitchFamily="34" charset="0"/>
                <a:ea typeface="Calibri" pitchFamily="34" charset="-122"/>
                <a:cs typeface="Arial" panose="020B0604020202020204" pitchFamily="34" charset="0"/>
              </a:rPr>
              <a:t>Support Leaders, AMs</a:t>
            </a:r>
            <a:endParaRPr lang="en-US" sz="900" dirty="0">
              <a:solidFill>
                <a:schemeClr val="bg1"/>
              </a:solidFill>
              <a:latin typeface="Arial" panose="020B0604020202020204" pitchFamily="34" charset="0"/>
            </a:endParaRPr>
          </a:p>
        </p:txBody>
      </p:sp>
      <p:sp>
        <p:nvSpPr>
          <p:cNvPr id="19" name="Shape 17"/>
          <p:cNvSpPr/>
          <p:nvPr/>
        </p:nvSpPr>
        <p:spPr>
          <a:xfrm>
            <a:off x="365760" y="2743200"/>
            <a:ext cx="8412480"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365760" y="2743200"/>
            <a:ext cx="502920" cy="621792"/>
          </a:xfrm>
          <a:prstGeom prst="rect">
            <a:avLst/>
          </a:prstGeom>
          <a:solidFill>
            <a:srgbClr val="E07B39">
              <a:alpha val="90000"/>
            </a:srgbClr>
          </a:solidFill>
          <a:ln w="12700">
            <a:solidFill>
              <a:srgbClr val="E07B39"/>
            </a:solidFill>
            <a:prstDash val="solid"/>
          </a:ln>
        </p:spPr>
      </p:sp>
      <p:sp>
        <p:nvSpPr>
          <p:cNvPr id="21" name="Text 19"/>
          <p:cNvSpPr/>
          <p:nvPr/>
        </p:nvSpPr>
        <p:spPr>
          <a:xfrm>
            <a:off x="365760" y="2944368"/>
            <a:ext cx="502920" cy="237744"/>
          </a:xfrm>
          <a:prstGeom prst="rect">
            <a:avLst/>
          </a:prstGeom>
          <a:noFill/>
          <a:ln/>
        </p:spPr>
        <p:txBody>
          <a:bodyPr wrap="square" lIns="0" tIns="0" rIns="0" bIns="0" rtlCol="0" anchor="ctr"/>
          <a:lstStyle/>
          <a:p>
            <a:pPr marL="0" indent="0" algn="ct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P1</a:t>
            </a:r>
            <a:endParaRPr lang="en-US" sz="1000" dirty="0">
              <a:solidFill>
                <a:schemeClr val="bg1"/>
              </a:solidFill>
              <a:latin typeface="Arial" panose="020B0604020202020204" pitchFamily="34" charset="0"/>
            </a:endParaRPr>
          </a:p>
        </p:txBody>
      </p:sp>
      <p:sp>
        <p:nvSpPr>
          <p:cNvPr id="22" name="Text 20"/>
          <p:cNvSpPr/>
          <p:nvPr/>
        </p:nvSpPr>
        <p:spPr>
          <a:xfrm>
            <a:off x="1005840" y="2788920"/>
            <a:ext cx="4297680" cy="256032"/>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Incident Blast-Radius View</a:t>
            </a:r>
            <a:endParaRPr lang="en-US" sz="1200" dirty="0">
              <a:latin typeface="Arial" panose="020B0604020202020204" pitchFamily="34" charset="0"/>
            </a:endParaRPr>
          </a:p>
        </p:txBody>
      </p:sp>
      <p:sp>
        <p:nvSpPr>
          <p:cNvPr id="23" name="Text 21"/>
          <p:cNvSpPr/>
          <p:nvPr/>
        </p:nvSpPr>
        <p:spPr>
          <a:xfrm>
            <a:off x="1005840" y="3072384"/>
            <a:ext cx="5303520" cy="237744"/>
          </a:xfrm>
          <a:prstGeom prst="rect">
            <a:avLst/>
          </a:prstGeom>
          <a:noFill/>
          <a:ln/>
        </p:spPr>
        <p:txBody>
          <a:bodyPr wrap="square" lIns="0" tIns="0" rIns="0" bIns="0"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Link support cases, external calls, and internal meetings around a single incident to give engineering a full impact picture in one view.</a:t>
            </a:r>
            <a:endParaRPr lang="en-US" sz="950" dirty="0">
              <a:latin typeface="Arial" panose="020B0604020202020204" pitchFamily="34" charset="0"/>
            </a:endParaRPr>
          </a:p>
        </p:txBody>
      </p:sp>
      <p:sp>
        <p:nvSpPr>
          <p:cNvPr id="24" name="Shape 22"/>
          <p:cNvSpPr/>
          <p:nvPr/>
        </p:nvSpPr>
        <p:spPr>
          <a:xfrm>
            <a:off x="6541477" y="2926080"/>
            <a:ext cx="1322363" cy="356616"/>
          </a:xfrm>
          <a:prstGeom prst="roundRect">
            <a:avLst>
              <a:gd name="adj" fmla="val 17857"/>
            </a:avLst>
          </a:prstGeom>
          <a:solidFill>
            <a:srgbClr val="E07B39">
              <a:alpha val="90000"/>
            </a:srgbClr>
          </a:solidFill>
          <a:ln w="12700">
            <a:solidFill>
              <a:srgbClr val="E07B39"/>
            </a:solidFill>
            <a:prstDash val="solid"/>
          </a:ln>
        </p:spPr>
      </p:sp>
      <p:sp>
        <p:nvSpPr>
          <p:cNvPr id="25" name="Text 23"/>
          <p:cNvSpPr/>
          <p:nvPr/>
        </p:nvSpPr>
        <p:spPr>
          <a:xfrm>
            <a:off x="6608298" y="2971800"/>
            <a:ext cx="1188720" cy="256032"/>
          </a:xfrm>
          <a:prstGeom prst="rect">
            <a:avLst/>
          </a:prstGeom>
          <a:noFill/>
          <a:ln/>
        </p:spPr>
        <p:txBody>
          <a:bodyPr wrap="square" rtlCol="0" anchor="ctr"/>
          <a:lstStyle/>
          <a:p>
            <a:pPr marL="0" indent="0" algn="ctr">
              <a:buNone/>
            </a:pPr>
            <a:r>
              <a:rPr lang="en-US" sz="900" b="1" dirty="0">
                <a:solidFill>
                  <a:schemeClr val="bg1"/>
                </a:solidFill>
                <a:latin typeface="Arial" panose="020B0604020202020204" pitchFamily="34" charset="0"/>
                <a:ea typeface="Calibri" pitchFamily="34" charset="-122"/>
                <a:cs typeface="Arial" panose="020B0604020202020204" pitchFamily="34" charset="0"/>
              </a:rPr>
              <a:t>Engineering Leads, Ops</a:t>
            </a:r>
            <a:endParaRPr lang="en-US" sz="900" dirty="0">
              <a:solidFill>
                <a:schemeClr val="bg1"/>
              </a:solidFill>
              <a:latin typeface="Arial" panose="020B0604020202020204" pitchFamily="34" charset="0"/>
            </a:endParaRPr>
          </a:p>
        </p:txBody>
      </p:sp>
      <p:sp>
        <p:nvSpPr>
          <p:cNvPr id="26" name="Shape 24"/>
          <p:cNvSpPr/>
          <p:nvPr/>
        </p:nvSpPr>
        <p:spPr>
          <a:xfrm>
            <a:off x="365760" y="3538728"/>
            <a:ext cx="8412480"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7" name="Shape 25"/>
          <p:cNvSpPr/>
          <p:nvPr/>
        </p:nvSpPr>
        <p:spPr>
          <a:xfrm>
            <a:off x="365760" y="3465576"/>
            <a:ext cx="502920" cy="621792"/>
          </a:xfrm>
          <a:prstGeom prst="rect">
            <a:avLst/>
          </a:prstGeom>
          <a:solidFill>
            <a:srgbClr val="E07B39">
              <a:alpha val="90000"/>
            </a:srgbClr>
          </a:solidFill>
          <a:ln w="12700">
            <a:solidFill>
              <a:srgbClr val="E07B39"/>
            </a:solidFill>
            <a:prstDash val="solid"/>
          </a:ln>
        </p:spPr>
      </p:sp>
      <p:sp>
        <p:nvSpPr>
          <p:cNvPr id="28" name="Text 26"/>
          <p:cNvSpPr/>
          <p:nvPr/>
        </p:nvSpPr>
        <p:spPr>
          <a:xfrm>
            <a:off x="365760" y="3666744"/>
            <a:ext cx="502920" cy="237744"/>
          </a:xfrm>
          <a:prstGeom prst="rect">
            <a:avLst/>
          </a:prstGeom>
          <a:noFill/>
          <a:ln/>
        </p:spPr>
        <p:txBody>
          <a:bodyPr wrap="square" lIns="0" tIns="0" rIns="0" bIns="0" rtlCol="0" anchor="ctr"/>
          <a:lstStyle/>
          <a:p>
            <a:pPr marL="0" indent="0" algn="ct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P1</a:t>
            </a:r>
            <a:endParaRPr lang="en-US" sz="1000" dirty="0">
              <a:solidFill>
                <a:schemeClr val="bg1"/>
              </a:solidFill>
              <a:latin typeface="Arial" panose="020B0604020202020204" pitchFamily="34" charset="0"/>
            </a:endParaRPr>
          </a:p>
        </p:txBody>
      </p:sp>
      <p:sp>
        <p:nvSpPr>
          <p:cNvPr id="29" name="Text 27"/>
          <p:cNvSpPr/>
          <p:nvPr/>
        </p:nvSpPr>
        <p:spPr>
          <a:xfrm>
            <a:off x="1005840" y="3511296"/>
            <a:ext cx="4297680" cy="256032"/>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Theme-Based Product Heatmap</a:t>
            </a:r>
            <a:endParaRPr lang="en-US" sz="1200" dirty="0">
              <a:latin typeface="Arial" panose="020B0604020202020204" pitchFamily="34" charset="0"/>
            </a:endParaRPr>
          </a:p>
        </p:txBody>
      </p:sp>
      <p:sp>
        <p:nvSpPr>
          <p:cNvPr id="30" name="Text 28"/>
          <p:cNvSpPr/>
          <p:nvPr/>
        </p:nvSpPr>
        <p:spPr>
          <a:xfrm>
            <a:off x="1005840" y="3794760"/>
            <a:ext cx="5303520" cy="237744"/>
          </a:xfrm>
          <a:prstGeom prst="rect">
            <a:avLst/>
          </a:prstGeom>
          <a:noFill/>
          <a:ln/>
        </p:spPr>
        <p:txBody>
          <a:bodyPr wrap="square" lIns="0" tIns="0" rIns="0" bIns="0"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Aggregate complaint themes by product module (Detect, Comply, Identity) to show PMs where customer pain is actually concentrated.</a:t>
            </a:r>
            <a:endParaRPr lang="en-US" sz="950" dirty="0">
              <a:latin typeface="Arial" panose="020B0604020202020204" pitchFamily="34" charset="0"/>
            </a:endParaRPr>
          </a:p>
        </p:txBody>
      </p:sp>
      <p:sp>
        <p:nvSpPr>
          <p:cNvPr id="31" name="Shape 29"/>
          <p:cNvSpPr/>
          <p:nvPr/>
        </p:nvSpPr>
        <p:spPr>
          <a:xfrm>
            <a:off x="6541477" y="3648456"/>
            <a:ext cx="1322363" cy="356616"/>
          </a:xfrm>
          <a:prstGeom prst="roundRect">
            <a:avLst>
              <a:gd name="adj" fmla="val 17857"/>
            </a:avLst>
          </a:prstGeom>
          <a:solidFill>
            <a:srgbClr val="E07B39">
              <a:alpha val="90000"/>
            </a:srgbClr>
          </a:solidFill>
          <a:ln w="12700">
            <a:solidFill>
              <a:srgbClr val="E07B39"/>
            </a:solidFill>
            <a:prstDash val="solid"/>
          </a:ln>
        </p:spPr>
      </p:sp>
      <p:sp>
        <p:nvSpPr>
          <p:cNvPr id="32" name="Text 30"/>
          <p:cNvSpPr/>
          <p:nvPr/>
        </p:nvSpPr>
        <p:spPr>
          <a:xfrm>
            <a:off x="6608298" y="3721608"/>
            <a:ext cx="1188720" cy="256032"/>
          </a:xfrm>
          <a:prstGeom prst="rect">
            <a:avLst/>
          </a:prstGeom>
          <a:noFill/>
          <a:ln/>
        </p:spPr>
        <p:txBody>
          <a:bodyPr wrap="square" rtlCol="0" anchor="ctr"/>
          <a:lstStyle/>
          <a:p>
            <a:pPr marL="0" indent="0" algn="ctr">
              <a:buNone/>
            </a:pPr>
            <a:r>
              <a:rPr lang="en-US" sz="900" b="1" dirty="0">
                <a:solidFill>
                  <a:schemeClr val="bg1"/>
                </a:solidFill>
                <a:latin typeface="Arial" panose="020B0604020202020204" pitchFamily="34" charset="0"/>
                <a:ea typeface="Calibri" pitchFamily="34" charset="-122"/>
                <a:cs typeface="Arial" panose="020B0604020202020204" pitchFamily="34" charset="0"/>
              </a:rPr>
              <a:t>Product Managers</a:t>
            </a:r>
            <a:endParaRPr lang="en-US" sz="900" dirty="0">
              <a:solidFill>
                <a:schemeClr val="bg1"/>
              </a:solidFill>
              <a:latin typeface="Arial" panose="020B0604020202020204" pitchFamily="34" charset="0"/>
            </a:endParaRPr>
          </a:p>
        </p:txBody>
      </p:sp>
      <p:sp>
        <p:nvSpPr>
          <p:cNvPr id="33" name="Shape 31"/>
          <p:cNvSpPr/>
          <p:nvPr/>
        </p:nvSpPr>
        <p:spPr>
          <a:xfrm>
            <a:off x="365760" y="4187952"/>
            <a:ext cx="8412480" cy="62179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4" name="Shape 32"/>
          <p:cNvSpPr/>
          <p:nvPr/>
        </p:nvSpPr>
        <p:spPr>
          <a:xfrm>
            <a:off x="365760" y="4187952"/>
            <a:ext cx="502920" cy="621792"/>
          </a:xfrm>
          <a:prstGeom prst="rect">
            <a:avLst/>
          </a:prstGeom>
          <a:solidFill>
            <a:srgbClr val="1A6B7C">
              <a:alpha val="90000"/>
            </a:srgbClr>
          </a:solidFill>
          <a:ln w="12700">
            <a:solidFill>
              <a:srgbClr val="1A6B7C"/>
            </a:solidFill>
            <a:prstDash val="solid"/>
          </a:ln>
        </p:spPr>
      </p:sp>
      <p:sp>
        <p:nvSpPr>
          <p:cNvPr id="35" name="Text 33"/>
          <p:cNvSpPr/>
          <p:nvPr/>
        </p:nvSpPr>
        <p:spPr>
          <a:xfrm>
            <a:off x="365760" y="4389120"/>
            <a:ext cx="502920" cy="237744"/>
          </a:xfrm>
          <a:prstGeom prst="rect">
            <a:avLst/>
          </a:prstGeom>
          <a:noFill/>
          <a:ln/>
        </p:spPr>
        <p:txBody>
          <a:bodyPr wrap="square" lIns="0" tIns="0" rIns="0" bIns="0" rtlCol="0" anchor="ctr"/>
          <a:lstStyle/>
          <a:p>
            <a:pPr marL="0" indent="0" algn="ct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P2</a:t>
            </a:r>
            <a:endParaRPr lang="en-US" sz="1000" dirty="0">
              <a:solidFill>
                <a:schemeClr val="bg1"/>
              </a:solidFill>
              <a:latin typeface="Arial" panose="020B0604020202020204" pitchFamily="34" charset="0"/>
            </a:endParaRPr>
          </a:p>
        </p:txBody>
      </p:sp>
      <p:sp>
        <p:nvSpPr>
          <p:cNvPr id="36" name="Text 34"/>
          <p:cNvSpPr/>
          <p:nvPr/>
        </p:nvSpPr>
        <p:spPr>
          <a:xfrm>
            <a:off x="1005840" y="4233672"/>
            <a:ext cx="4297680" cy="256032"/>
          </a:xfrm>
          <a:prstGeom prst="rect">
            <a:avLst/>
          </a:prstGeom>
          <a:noFill/>
          <a:ln/>
        </p:spPr>
        <p:txBody>
          <a:bodyPr wrap="square" lIns="0" tIns="0" rIns="0" bIns="0" rtlCol="0" anchor="ctr"/>
          <a:lstStyle/>
          <a:p>
            <a:pPr marL="0" indent="0">
              <a:buNone/>
            </a:pPr>
            <a:r>
              <a:rPr lang="en-US" sz="1200" b="1" dirty="0">
                <a:latin typeface="Arial" panose="020B0604020202020204" pitchFamily="34" charset="0"/>
                <a:ea typeface="Calibri" pitchFamily="34" charset="-122"/>
                <a:cs typeface="Arial" panose="020B0604020202020204" pitchFamily="34" charset="0"/>
              </a:rPr>
              <a:t>Talk-Time Balance Monitor</a:t>
            </a:r>
            <a:endParaRPr lang="en-US" sz="1200" dirty="0">
              <a:latin typeface="Arial" panose="020B0604020202020204" pitchFamily="34" charset="0"/>
            </a:endParaRPr>
          </a:p>
        </p:txBody>
      </p:sp>
      <p:sp>
        <p:nvSpPr>
          <p:cNvPr id="37" name="Text 35"/>
          <p:cNvSpPr/>
          <p:nvPr/>
        </p:nvSpPr>
        <p:spPr>
          <a:xfrm>
            <a:off x="1005840" y="4517136"/>
            <a:ext cx="5303520" cy="237744"/>
          </a:xfrm>
          <a:prstGeom prst="rect">
            <a:avLst/>
          </a:prstGeom>
          <a:noFill/>
          <a:ln/>
        </p:spPr>
        <p:txBody>
          <a:bodyPr wrap="square" lIns="0" tIns="0" rIns="0" bIns="0"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Flag calls where one speaker dominates &gt;70% of time. Use for QA coaching and proactive check-ins where customers weren't heard.</a:t>
            </a:r>
            <a:endParaRPr lang="en-US" sz="950" dirty="0">
              <a:latin typeface="Arial" panose="020B0604020202020204" pitchFamily="34" charset="0"/>
            </a:endParaRPr>
          </a:p>
        </p:txBody>
      </p:sp>
      <p:sp>
        <p:nvSpPr>
          <p:cNvPr id="38" name="Shape 36"/>
          <p:cNvSpPr/>
          <p:nvPr/>
        </p:nvSpPr>
        <p:spPr>
          <a:xfrm>
            <a:off x="6541477" y="4370832"/>
            <a:ext cx="1322363" cy="317282"/>
          </a:xfrm>
          <a:prstGeom prst="roundRect">
            <a:avLst>
              <a:gd name="adj" fmla="val 17857"/>
            </a:avLst>
          </a:prstGeom>
          <a:solidFill>
            <a:srgbClr val="1A6B7C">
              <a:alpha val="90000"/>
            </a:srgbClr>
          </a:solidFill>
          <a:ln w="12700">
            <a:solidFill>
              <a:srgbClr val="1A6B7C"/>
            </a:solidFill>
            <a:prstDash val="solid"/>
          </a:ln>
        </p:spPr>
      </p:sp>
      <p:sp>
        <p:nvSpPr>
          <p:cNvPr id="39" name="Text 37"/>
          <p:cNvSpPr/>
          <p:nvPr/>
        </p:nvSpPr>
        <p:spPr>
          <a:xfrm>
            <a:off x="6608298" y="4401457"/>
            <a:ext cx="1188720" cy="256032"/>
          </a:xfrm>
          <a:prstGeom prst="rect">
            <a:avLst/>
          </a:prstGeom>
          <a:noFill/>
          <a:ln/>
        </p:spPr>
        <p:txBody>
          <a:bodyPr wrap="square" rtlCol="0" anchor="ctr"/>
          <a:lstStyle/>
          <a:p>
            <a:pPr marL="0" indent="0" algn="ctr">
              <a:buNone/>
            </a:pPr>
            <a:r>
              <a:rPr lang="en-US" sz="900" b="1" dirty="0">
                <a:solidFill>
                  <a:schemeClr val="bg1"/>
                </a:solidFill>
                <a:latin typeface="Arial" panose="020B0604020202020204" pitchFamily="34" charset="0"/>
                <a:ea typeface="Calibri" pitchFamily="34" charset="-122"/>
                <a:cs typeface="Arial" panose="020B0604020202020204" pitchFamily="34" charset="0"/>
              </a:rPr>
              <a:t>Sales Ops, QA</a:t>
            </a:r>
            <a:endParaRPr lang="en-US" sz="900" dirty="0">
              <a:solidFill>
                <a:schemeClr val="bg1"/>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457200" y="457200"/>
            <a:ext cx="8229600" cy="502920"/>
          </a:xfrm>
          <a:prstGeom prst="rect">
            <a:avLst/>
          </a:prstGeom>
          <a:noFill/>
          <a:ln/>
        </p:spPr>
        <p:txBody>
          <a:bodyPr wrap="square" lIns="0" tIns="0" rIns="0" bIns="0" rtlCol="0" anchor="ctr"/>
          <a:lstStyle/>
          <a:p>
            <a:pPr marL="0" indent="0">
              <a:buNone/>
            </a:pPr>
            <a:r>
              <a:rPr lang="en-US" sz="3000" b="1" dirty="0">
                <a:latin typeface="Arial" panose="020B0604020202020204" pitchFamily="34" charset="0"/>
                <a:ea typeface="Calibri" pitchFamily="34" charset="-122"/>
                <a:cs typeface="Arial" panose="020B0604020202020204" pitchFamily="34" charset="0"/>
              </a:rPr>
              <a:t>Key Takeaways</a:t>
            </a:r>
            <a:endParaRPr lang="en-US" sz="3000" dirty="0">
              <a:latin typeface="Arial" panose="020B0604020202020204" pitchFamily="34" charset="0"/>
            </a:endParaRPr>
          </a:p>
        </p:txBody>
      </p:sp>
      <p:sp>
        <p:nvSpPr>
          <p:cNvPr id="4" name="Text 2"/>
          <p:cNvSpPr/>
          <p:nvPr/>
        </p:nvSpPr>
        <p:spPr>
          <a:xfrm>
            <a:off x="457200" y="1143000"/>
            <a:ext cx="8229600" cy="3200400"/>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US" sz="1300" dirty="0">
                <a:latin typeface="Arial" panose="020B0604020202020204" pitchFamily="34" charset="0"/>
                <a:cs typeface="Arial" panose="020B0604020202020204" pitchFamily="34" charset="0"/>
              </a:rPr>
              <a:t>Compliance and Audit is a company wide concern, making it one of the most valuable themes to surface across the product.</a:t>
            </a:r>
          </a:p>
          <a:p>
            <a:pPr marL="285750" indent="-285750">
              <a:lnSpc>
                <a:spcPct val="150000"/>
              </a:lnSpc>
              <a:buFont typeface="Arial" panose="020B0604020202020204" pitchFamily="34" charset="0"/>
              <a:buChar char="•"/>
            </a:pPr>
            <a:r>
              <a:rPr lang="en-US" sz="1300" dirty="0">
                <a:latin typeface="Arial" panose="020B0604020202020204" pitchFamily="34" charset="0"/>
                <a:cs typeface="Arial" panose="020B0604020202020204" pitchFamily="34" charset="0"/>
              </a:rPr>
              <a:t>Support conversations are consistently more negative, and the Detect outage appears to be a systemic trigger rather than a collection of isolated complaints.</a:t>
            </a:r>
          </a:p>
          <a:p>
            <a:pPr marL="285750" indent="-285750">
              <a:lnSpc>
                <a:spcPct val="150000"/>
              </a:lnSpc>
              <a:buFont typeface="Arial" panose="020B0604020202020204" pitchFamily="34" charset="0"/>
              <a:buChar char="•"/>
            </a:pPr>
            <a:r>
              <a:rPr lang="en-US" sz="1300" dirty="0">
                <a:latin typeface="Arial" panose="020B0604020202020204" pitchFamily="34" charset="0"/>
                <a:cs typeface="Arial" panose="020B0604020202020204" pitchFamily="34" charset="0"/>
              </a:rPr>
              <a:t>43% of external accounts show either high or medium churn risk, making this immediately actionable.</a:t>
            </a:r>
          </a:p>
          <a:p>
            <a:pPr marL="285750" indent="-285750">
              <a:lnSpc>
                <a:spcPct val="150000"/>
              </a:lnSpc>
              <a:buFont typeface="Arial" panose="020B0604020202020204" pitchFamily="34" charset="0"/>
              <a:buChar char="•"/>
            </a:pPr>
            <a:r>
              <a:rPr lang="en-US" sz="1300" dirty="0">
                <a:latin typeface="Arial" panose="020B0604020202020204" pitchFamily="34" charset="0"/>
                <a:cs typeface="Arial" panose="020B0604020202020204" pitchFamily="34" charset="0"/>
              </a:rPr>
              <a:t>Around 400 action items are currently buried inside transcript text without tracking, representing a low effort, high impact automation opportunity.</a:t>
            </a:r>
          </a:p>
          <a:p>
            <a:pPr marL="285750" indent="-285750">
              <a:lnSpc>
                <a:spcPct val="150000"/>
              </a:lnSpc>
              <a:buFont typeface="Arial" panose="020B0604020202020204" pitchFamily="34" charset="0"/>
              <a:buChar char="•"/>
            </a:pPr>
            <a:r>
              <a:rPr lang="en-US" sz="1300" dirty="0">
                <a:latin typeface="Arial" panose="020B0604020202020204" pitchFamily="34" charset="0"/>
                <a:cs typeface="Arial" panose="020B0604020202020204" pitchFamily="34" charset="0"/>
              </a:rPr>
              <a:t>The dataset contains far richer signals than expected, including key moments, sentence level sentiment, speaker dynamics, and action item ownership.</a:t>
            </a:r>
          </a:p>
        </p:txBody>
      </p:sp>
      <p:sp>
        <p:nvSpPr>
          <p:cNvPr id="5" name="Text 3"/>
          <p:cNvSpPr/>
          <p:nvPr/>
        </p:nvSpPr>
        <p:spPr>
          <a:xfrm>
            <a:off x="457200" y="4434840"/>
            <a:ext cx="8229600" cy="457200"/>
          </a:xfrm>
          <a:prstGeom prst="rect">
            <a:avLst/>
          </a:prstGeom>
          <a:noFill/>
          <a:ln/>
        </p:spPr>
        <p:txBody>
          <a:bodyPr wrap="square" lIns="0" tIns="0" rIns="0" bIns="0" rtlCol="0" anchor="ctr"/>
          <a:lstStyle/>
          <a:p>
            <a:pPr marL="0" indent="0">
              <a:buNone/>
            </a:pPr>
            <a:r>
              <a:rPr lang="en-US" sz="2000" b="1" i="1" dirty="0">
                <a:latin typeface="Arial" panose="020B0604020202020204" pitchFamily="34" charset="0"/>
                <a:ea typeface="Calibri" pitchFamily="34" charset="-122"/>
                <a:cs typeface="Arial" panose="020B0604020202020204" pitchFamily="34" charset="0"/>
              </a:rPr>
              <a:t>Questions?</a:t>
            </a:r>
            <a:endParaRPr lang="en-US" sz="20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Face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137</TotalTime>
  <Words>1581</Words>
  <Application>Microsoft Office PowerPoint</Application>
  <PresentationFormat>On-screen Show (16:9)</PresentationFormat>
  <Paragraphs>223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Transcript Intelligence – Findings</dc:title>
  <dc:subject>PptxGenJS Presentation</dc:subject>
  <dc:creator>PptxGenJS</dc:creator>
  <cp:lastModifiedBy>Mohd Yasser</cp:lastModifiedBy>
  <cp:revision>1</cp:revision>
  <dcterms:created xsi:type="dcterms:W3CDTF">2026-05-07T22:26:37Z</dcterms:created>
  <dcterms:modified xsi:type="dcterms:W3CDTF">2026-05-08T16:21:34Z</dcterms:modified>
</cp:coreProperties>
</file>